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Giao đúng hạn (%)</c:v>
                </c:pt>
              </c:strCache>
            </c:strRef>
          </c:tx>
          <c:spPr>
            <a:solidFill>
              <a:srgbClr val="B8C0C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12284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F6A1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Tháng 2</c:v>
                  </c:pt>
                  <c:pt idx="1">
                    <c:v>Tháng 3</c:v>
                  </c:pt>
                  <c:pt idx="2">
                    <c:v>Tháng 4</c:v>
                  </c:pt>
                  <c:pt idx="3">
                    <c:v>Tháng 5</c:v>
                  </c:pt>
                  <c:pt idx="4">
                    <c:v>Tháng 6</c:v>
                  </c:pt>
                  <c:pt idx="5">
                    <c:v>Tháng 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84</c:v>
                </c:pt>
                <c:pt idx="2">
                  <c:v>85</c:v>
                </c:pt>
                <c:pt idx="3">
                  <c:v>88</c:v>
                </c:pt>
                <c:pt idx="4">
                  <c:v>91</c:v>
                </c:pt>
                <c:pt idx="5">
                  <c:v>95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800" u="none">
                  <a:solidFill>
                    <a:srgbClr val="12284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B65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đơn đúng 3 bước giúp shipper giao nhanh và không sai sót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286000"/>
            <a:ext cx="3383280" cy="3474720"/>
          </a:xfrm>
          <a:prstGeom prst="roundRect">
            <a:avLst>
              <a:gd name="adj" fmla="val 405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2651760"/>
            <a:ext cx="822960" cy="822960"/>
          </a:xfrm>
          <a:prstGeom prst="ellipse">
            <a:avLst/>
          </a:prstGeom>
          <a:solidFill>
            <a:srgbClr val="FF6A13"/>
          </a:solidFill>
          <a:ln w="12700">
            <a:solidFill>
              <a:srgbClr val="FF6A1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đơn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2976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Bấm Nhận đơn ngay khi app báo có đơn mới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383280" cy="3474720"/>
          </a:xfrm>
          <a:prstGeom prst="roundRect">
            <a:avLst>
              <a:gd name="adj" fmla="val 405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2651760"/>
            <a:ext cx="822960" cy="822960"/>
          </a:xfrm>
          <a:prstGeom prst="ellipse">
            <a:avLst/>
          </a:prstGeom>
          <a:solidFill>
            <a:srgbClr val="FF6A13"/>
          </a:solidFill>
          <a:ln w="12700">
            <a:solidFill>
              <a:srgbClr val="FF6A1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42976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mã vận đơn và đối chiếu địa chỉ giao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38160" y="2286000"/>
            <a:ext cx="3383280" cy="3474720"/>
          </a:xfrm>
          <a:prstGeom prst="roundRect">
            <a:avLst>
              <a:gd name="adj" fmla="val 4054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2651760"/>
            <a:ext cx="822960" cy="822960"/>
          </a:xfrm>
          <a:prstGeom prst="ellipse">
            <a:avLst/>
          </a:prstGeom>
          <a:solidFill>
            <a:srgbClr val="FF6A13"/>
          </a:solidFill>
          <a:ln w="12700">
            <a:solidFill>
              <a:srgbClr val="FF6A1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nhận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42976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Gọi người nhận trước khi xuất phát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2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Tỷ lệ giao đúng hạn tăng lên 95% trong tháng 7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737360"/>
          <a:ext cx="108813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FastMove - Hướng dẫn shipper</dc:title>
  <dc:subject>PptxGenJS Presentation</dc:subject>
  <dc:creator>PptxGenJS</dc:creator>
  <cp:lastModifiedBy>PptxGenJS</cp:lastModifiedBy>
  <cp:revision>1</cp:revision>
  <dcterms:created xsi:type="dcterms:W3CDTF">2026-10-26T09:53:54Z</dcterms:created>
  <dcterms:modified xsi:type="dcterms:W3CDTF">2026-10-26T09:53:54Z</dcterms:modified>
</cp:coreProperties>
</file>