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Học viên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27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T12/2023</c:v>
                  </c:pt>
                  <c:pt idx="1">
                    <c:v>T01/2024</c:v>
                  </c:pt>
                  <c:pt idx="2">
                    <c:v>T02/2024</c:v>
                  </c:pt>
                  <c:pt idx="3">
                    <c:v>T03/2024</c:v>
                  </c:pt>
                  <c:pt idx="4">
                    <c:v>T04/2024</c:v>
                  </c:pt>
                  <c:pt idx="5">
                    <c:v>T05/2024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</c:v>
                </c:pt>
                <c:pt idx="1">
                  <c:v>2300</c:v>
                </c:pt>
                <c:pt idx="2">
                  <c:v>3800</c:v>
                </c:pt>
                <c:pt idx="3">
                  <c:v>5400</c:v>
                </c:pt>
                <c:pt idx="4">
                  <c:v>7100</c:v>
                </c:pt>
                <c:pt idx="5">
                  <c:v>9200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427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Nguồn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822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B6FD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BA14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E8A8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Facebook Ads</c:v>
                </c:pt>
                <c:pt idx="2">
                  <c:v>Google Form</c:v>
                </c:pt>
                <c:pt idx="3">
                  <c:v>Zalo OA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36</c:v>
                </c:pt>
                <c:pt idx="1">
                  <c:v>27</c:v>
                </c:pt>
                <c:pt idx="2">
                  <c:v>21</c:v>
                </c:pt>
                <c:pt idx="3">
                  <c:v>16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2-1.png"/><Relationship Id="rId4" Type="http://schemas.openxmlformats.org/officeDocument/2006/relationships/image" Target="../media/image-2-2.png"/><Relationship Id="rId5" Type="http://schemas.openxmlformats.org/officeDocument/2006/relationships/image" Target="../media/image-2-3.png"/><Relationship Id="rId6" Type="http://schemas.openxmlformats.org/officeDocument/2006/relationships/image" Target="../media/image-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4754880" cy="3840480"/>
          </a:xfrm>
          <a:prstGeom prst="ellipse">
            <a:avLst/>
          </a:prstGeom>
          <a:solidFill>
            <a:srgbClr val="FBC48C"/>
          </a:solidFill>
          <a:ln w="12700">
            <a:solidFill>
              <a:srgbClr val="FBC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-2194560"/>
            <a:ext cx="3291840" cy="310896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pic>
        <p:nvPicPr>
          <p:cNvPr id="4" name="Image 0" descr="Logo PTIT-Le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5400000">
            <a:off x="941832" y="713232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0020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PTIT-Learning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mọi lúc – Nâng tầm tri thức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HỌC TRỰC TUYẾN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MỌI NGƯỜI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2194560" cy="0"/>
          </a:xfrm>
          <a:prstGeom prst="line">
            <a:avLst/>
          </a:prstGeom>
          <a:noFill/>
          <a:ln w="19050">
            <a:solidFill>
              <a:srgbClr val="F582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THẾ NỔI BẬT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43484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Lớp học ảo trực tuyế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61772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" y="5440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Lớp học 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trực tuyến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29000" y="443484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Học mọi lúc, mọi nơ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617720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20440" y="5440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mọi lúc,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nơi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17920" y="443484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Theo dõi tiến độ &amp; báo cá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61772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09360" y="5440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tiến độ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báo cáo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006840" y="443484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Bảo mật &amp; ổn định ca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4617720"/>
            <a:ext cx="731520" cy="7315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98280" y="5440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ổn định cao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TRƯỞNG HỌC VIÊN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(Đơn vị: Người)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 flipV="1">
            <a:off x="1097280" y="914400"/>
            <a:ext cx="4023360" cy="2011680"/>
          </a:xfrm>
          <a:prstGeom prst="line">
            <a:avLst/>
          </a:prstGeom>
          <a:noFill/>
          <a:ln w="38100">
            <a:solidFill>
              <a:srgbClr val="F58220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6263640" y="411480"/>
            <a:ext cx="0" cy="40233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365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CẤU NGUỒN ĐĂNG KÝ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7498080" y="1188720"/>
          <a:ext cx="2743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92240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Zalo OA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E8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424160" y="1737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A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Form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5BA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95528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6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6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709160"/>
            <a:ext cx="11064240" cy="1783080"/>
          </a:xfrm>
          <a:prstGeom prst="roundRect">
            <a:avLst>
              <a:gd name="adj" fmla="val 7692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4800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THÁNG 05/2024</a:t>
            </a:r>
            <a:endParaRPr lang="en-US" sz="1400" dirty="0"/>
          </a:p>
        </p:txBody>
      </p:sp>
      <p:pic>
        <p:nvPicPr>
          <p:cNvPr id="15" name="Image 0" descr="Học viên mớ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513892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5550408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9,200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94360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 mới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199632"/>
            <a:ext cx="2766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(+29.6% so với T04/2024)</a:t>
            </a:r>
            <a:endParaRPr lang="en-US" sz="1000" dirty="0"/>
          </a:p>
        </p:txBody>
      </p:sp>
      <p:pic>
        <p:nvPicPr>
          <p:cNvPr id="19" name="Image 1" descr="Khóa học đang mở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513892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314700" y="5550408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3314700" y="594360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học đang mở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314700" y="5212080"/>
            <a:ext cx="0" cy="11430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pic>
        <p:nvPicPr>
          <p:cNvPr id="23" name="Image 2" descr="Doanh th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5138928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080760" y="5550408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 TỶ</a:t>
            </a:r>
            <a:endParaRPr lang="en-US" sz="2400" dirty="0"/>
          </a:p>
        </p:txBody>
      </p:sp>
      <p:sp>
        <p:nvSpPr>
          <p:cNvPr id="25" name="Text 18"/>
          <p:cNvSpPr txBox="1"/>
          <p:nvPr/>
        </p:nvSpPr>
        <p:spPr>
          <a:xfrm>
            <a:off x="6080760" y="594360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080760" y="6199632"/>
            <a:ext cx="2766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(+24.8% so với T04/2024)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080760" y="5212080"/>
            <a:ext cx="0" cy="11430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pic>
        <p:nvPicPr>
          <p:cNvPr id="28" name="Image 3" descr="Tỷ suất lợi nhuậ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7252" y="5138928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846820" y="5550408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400" dirty="0"/>
          </a:p>
        </p:txBody>
      </p:sp>
      <p:sp>
        <p:nvSpPr>
          <p:cNvPr id="30" name="Text 22"/>
          <p:cNvSpPr txBox="1"/>
          <p:nvPr/>
        </p:nvSpPr>
        <p:spPr>
          <a:xfrm>
            <a:off x="8846820" y="594360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suất lợi nhuận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846820" y="5212080"/>
            <a:ext cx="0" cy="11430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PTIT-Learning</dc:title>
  <dc:subject>PptxGenJS Presentation</dc:subject>
  <dc:creator>PptxGenJS</dc:creator>
  <cp:lastModifiedBy>PptxGenJS</cp:lastModifiedBy>
  <cp:revision>1</cp:revision>
  <dcterms:created xsi:type="dcterms:W3CDTF">2026-10-26T09:37:14Z</dcterms:created>
  <dcterms:modified xsi:type="dcterms:W3CDTF">2026-10-26T09:37:14Z</dcterms:modified>
</cp:coreProperties>
</file>