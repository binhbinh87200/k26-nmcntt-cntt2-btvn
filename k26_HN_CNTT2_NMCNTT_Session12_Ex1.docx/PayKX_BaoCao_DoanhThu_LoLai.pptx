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deb434d8a548e3" /><Relationship Type="http://schemas.openxmlformats.org/officeDocument/2006/relationships/extended-properties" Target="/docProps/app.xml" Id="Ra26ccd75b7c74aaf" /><Relationship Type="http://schemas.openxmlformats.org/officeDocument/2006/relationships/officeDocument" Target="/ppt/presentation.xml" Id="R8fdbbb795b0748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f09aa8176d4302"/>
  </p:sldMasterIdLst>
  <p:notesMasterIdLst>
    <p:notesMasterId xmlns:r="http://schemas.openxmlformats.org/officeDocument/2006/relationships" r:id="R09b4e3edf8684e4b"/>
  </p:notesMasterIdLst>
  <p:sldIdLst>
    <p:sldId xmlns:r="http://schemas.openxmlformats.org/officeDocument/2006/relationships" id="256" r:id="Rd70ff16392054d23"/>
    <p:sldId xmlns:r="http://schemas.openxmlformats.org/officeDocument/2006/relationships" id="257" r:id="Rc38e40144578429b"/>
    <p:sldId xmlns:r="http://schemas.openxmlformats.org/officeDocument/2006/relationships" id="258" r:id="R57e4ff7abe27419c"/>
  </p:sldIdLst>
  <p:sldSz cx="17145000" cy="90392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f55b531adf46b7" /><Relationship Type="http://schemas.openxmlformats.org/officeDocument/2006/relationships/slideMaster" Target="/ppt/slideMasters/slideMaster1.xml" Id="Rf0f09aa8176d4302" /><Relationship Type="http://schemas.openxmlformats.org/officeDocument/2006/relationships/notesMaster" Target="/ppt/notesMasters/notesMaster1.xml" Id="R09b4e3edf8684e4b" /><Relationship Type="http://schemas.openxmlformats.org/officeDocument/2006/relationships/presProps" Target="/ppt/presProps.xml" Id="Rf589dfcc3d834c1c" /><Relationship Type="http://schemas.openxmlformats.org/officeDocument/2006/relationships/tableStyles" Target="/ppt/tableStyles.xml" Id="R93070022a1e54a4f" /><Relationship Type="http://schemas.openxmlformats.org/officeDocument/2006/relationships/slide" Target="/ppt/slides/slide1.xml" Id="Rd70ff16392054d23" /><Relationship Type="http://schemas.openxmlformats.org/officeDocument/2006/relationships/slide" Target="/ppt/slides/slide2.xml" Id="Rc38e40144578429b" /><Relationship Type="http://schemas.openxmlformats.org/officeDocument/2006/relationships/slide" Target="/ppt/slides/slide3.xml" Id="R57e4ff7abe2741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d811a90e0f49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7c513527a041df" /><Relationship Type="http://schemas.openxmlformats.org/officeDocument/2006/relationships/notesMaster" Target="/ppt/notesMasters/notesMaster1.xml" Id="Rf1928ebf8e0d4e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61415819204e21" /><Relationship Type="http://schemas.openxmlformats.org/officeDocument/2006/relationships/notesMaster" Target="/ppt/notesMasters/notesMaster1.xml" Id="R98ca501b49f045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647ff8baa24961" /><Relationship Type="http://schemas.openxmlformats.org/officeDocument/2006/relationships/notesMaster" Target="/ppt/notesMasters/notesMaster1.xml" Id="R594face503c043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f17d66f29a4c8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2aec440ff3465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1bf79fc89f49b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f0f53d8c90489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8be75f4ab94c5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64b528bafb48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313558-23FD-4D5E-8A6E-388762F2AF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14500" y="3414818"/>
            <a:ext cx="13716000" cy="130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0C5C6DC-F12B-47E6-9111-FF8FC65FE26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571750" y="4971574"/>
            <a:ext cx="12001500" cy="1004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32CBE48-4234-45DF-B516-E86C8C4498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14500" y="3766344"/>
            <a:ext cx="13716000" cy="1506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53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3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3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3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3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3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3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3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3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3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94D21E-0103-47F5-890E-2FE04F87D1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703051"/>
            <a:ext cx="15216188" cy="1104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72BD854-2759-424C-89EC-276B445C39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2510896"/>
            <a:ext cx="15216188" cy="5624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01308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9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03051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9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04794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9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06538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9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08281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9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10024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9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11768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9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13511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9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515254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9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4819C32-A9D0-4AF8-8061-E06187D040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703051"/>
            <a:ext cx="15216188" cy="1104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F8574A-F0DE-440F-B1F7-EBAD2227FC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2510896"/>
            <a:ext cx="7072313" cy="5624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01308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7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03051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7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04794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7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06538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7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08281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7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10024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7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11768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7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13511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7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515254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7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6A342BE-F0ED-463A-9A72-79C1C2B82B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08281" y="2510896"/>
            <a:ext cx="7072313" cy="5624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01308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7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03051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7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04794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7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06538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7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08281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7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10024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7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11768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7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13511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7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515254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7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5E8A95-21EF-4D80-B5EC-969D5D8F52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703051"/>
            <a:ext cx="15216188" cy="1104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C70C130-30CE-455E-A55D-4C7B458909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2510896"/>
            <a:ext cx="7072313" cy="5624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01308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9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03051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9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04794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9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06538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9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08281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9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10024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9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11768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9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13511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9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515254" indent="-301307" algn="l">
              <a:lnSpc>
                <a:spcPct val="110000"/>
              </a:lnSpc>
              <a:spcBef>
                <a:spcPts val="0"/>
              </a:spcBef>
              <a:spcAft>
                <a:spcPts val="1582"/>
              </a:spcAft>
              <a:buChar char="•"/>
              <a:defRPr sz="29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698142975d4657" /><Relationship Type="http://schemas.openxmlformats.org/officeDocument/2006/relationships/slideLayout" Target="/ppt/slideLayouts/slideLayout1.xml" Id="R6d6b76ee170d4653" /><Relationship Type="http://schemas.openxmlformats.org/officeDocument/2006/relationships/slideLayout" Target="/ppt/slideLayouts/slideLayout2.xml" Id="R6eff8000190f4ea9" /><Relationship Type="http://schemas.openxmlformats.org/officeDocument/2006/relationships/slideLayout" Target="/ppt/slideLayouts/slideLayout3.xml" Id="R64486460c8974148" /><Relationship Type="http://schemas.openxmlformats.org/officeDocument/2006/relationships/slideLayout" Target="/ppt/slideLayouts/slideLayout4.xml" Id="R49491c8013af4553" /><Relationship Type="http://schemas.openxmlformats.org/officeDocument/2006/relationships/slideLayout" Target="/ppt/slideLayouts/slideLayout5.xml" Id="R3833e82c5b7f4bbb" /><Relationship Type="http://schemas.openxmlformats.org/officeDocument/2006/relationships/slideLayout" Target="/ppt/slideLayouts/slideLayout6.xml" Id="R025a7af94a4042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6b76ee170d4653"/>
    <p:sldLayoutId xmlns:r="http://schemas.openxmlformats.org/officeDocument/2006/relationships" id="2147483650" r:id="R6eff8000190f4ea9"/>
    <p:sldLayoutId xmlns:r="http://schemas.openxmlformats.org/officeDocument/2006/relationships" id="2147483651" r:id="R64486460c8974148"/>
    <p:sldLayoutId xmlns:r="http://schemas.openxmlformats.org/officeDocument/2006/relationships" id="2147483652" r:id="R49491c8013af4553"/>
    <p:sldLayoutId xmlns:r="http://schemas.openxmlformats.org/officeDocument/2006/relationships" id="2147483653" r:id="R3833e82c5b7f4bbb"/>
    <p:sldLayoutId xmlns:r="http://schemas.openxmlformats.org/officeDocument/2006/relationships" id="2147483654" r:id="R025a7af94a4042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9933bf6bbd45e3" /><Relationship Type="http://schemas.openxmlformats.org/officeDocument/2006/relationships/image" Target="/ppt/media/image.png" Id="R6f0cc01576b649a1" /><Relationship Type="http://schemas.openxmlformats.org/officeDocument/2006/relationships/notesSlide" Target="/ppt/notesSlides/notesSlide1.xml" Id="Rd4dfb2b696dd4e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14a9fa802f4ad5" /><Relationship Type="http://schemas.openxmlformats.org/officeDocument/2006/relationships/notesSlide" Target="/ppt/notesSlides/notesSlide2.xml" Id="R8950c6646cc545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10dfea70d2473c" /><Relationship Type="http://schemas.openxmlformats.org/officeDocument/2006/relationships/chart" Target="/ppt/slides/charts/chart1.xml" Id="R483dff94c57c4296" /><Relationship Type="http://schemas.openxmlformats.org/officeDocument/2006/relationships/chart" Target="/ppt/slides/charts/chart2.xml" Id="R191bc640538a4831" /><Relationship Type="http://schemas.openxmlformats.org/officeDocument/2006/relationships/notesSlide" Target="/ppt/notesSlides/notesSlide3.xml" Id="R73716daac8d5476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Doanh thu thuần</c:v>
          </c:tx>
          <c:spPr>
            <a:solidFill xmlns:a="http://schemas.openxmlformats.org/drawingml/2006/main">
              <a:srgbClr val="2E76D0"/>
            </a:solidFill>
          </c:spPr>
          <c:invertIfNegative val="0"/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7,28</a:t>
                    </a:r>
                  </a:p>
                </c:rich>
              </c:tx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8,01</a:t>
                    </a:r>
                  </a:p>
                </c:rich>
              </c:tx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9,36</a:t>
                    </a:r>
                  </a:p>
                </c:rich>
              </c:tx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10,50</a:t>
                    </a:r>
                  </a:p>
                </c:rich>
              </c:tx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12,45</a:t>
                    </a:r>
                  </a:p>
                </c:rich>
              </c:tx>
            </c:dLbl>
          </c:dLbls>
          <c:cat>
            <c:strLit>
              <c:ptCount val="5"/>
              <c:pt idx="0">
                <c:v>T01</c:v>
              </c:pt>
              <c:pt idx="1">
                <c:v>T02</c:v>
              </c:pt>
              <c:pt idx="2">
                <c:v>T03</c:v>
              </c:pt>
              <c:pt idx="3">
                <c:v>T04</c:v>
              </c:pt>
              <c:pt idx="4">
                <c:v>T05</c:v>
              </c:pt>
            </c:strLit>
          </c:cat>
          <c:val>
            <c:numLit>
              <c:formatCode>0</c:formatCode>
              <c:ptCount val="5"/>
              <c:pt idx="0">
                <c:v>7.28</c:v>
              </c:pt>
              <c:pt idx="1">
                <c:v>8.01</c:v>
              </c:pt>
              <c:pt idx="2">
                <c:v>9.36</c:v>
              </c:pt>
              <c:pt idx="3">
                <c:v>10.5</c:v>
              </c:pt>
              <c:pt idx="4">
                <c:v>12.45</c:v>
              </c:pt>
            </c:numLit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3000" b="1">
                  <a:solidFill>
                    <a:srgbClr val="111111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6E5"/>
              </a:solidFill>
              <a:prstDash val="solid"/>
            </a:ln>
          </c:spPr>
        </c:majorGridlines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F8FBFF"/>
        </a:solidFill>
        <a:ln xmlns:a="http://schemas.openxmlformats.org/drawingml/2006/main" w="0">
          <a:solidFill>
            <a:srgbClr val="F8FBFF"/>
          </a:solidFill>
          <a:prstDash val="solid"/>
        </a:ln>
      </c:spPr>
    </c:plotArea>
    <c:plotVisOnly val="1"/>
  </c:chart>
  <c:spPr>
    <a:solidFill xmlns:a="http://schemas.openxmlformats.org/drawingml/2006/main">
      <a:srgbClr val="F8FBFF"/>
    </a:solidFill>
    <a:ln xmlns:a="http://schemas.openxmlformats.org/drawingml/2006/main" w="0">
      <a:solidFill>
        <a:srgbClr val="F8FB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Cơ cấu chi phí</c:v>
          </c:tx>
          <c:dPt>
            <c:idx val="0"/>
            <c:spPr>
              <a:solidFill xmlns:a="http://schemas.openxmlformats.org/drawingml/2006/main">
                <a:srgbClr val="2D72CA"/>
              </a:solidFill>
            </c:spPr>
          </c:dPt>
          <c:dPt>
            <c:idx val="1"/>
            <c:spPr>
              <a:solidFill xmlns:a="http://schemas.openxmlformats.org/drawingml/2006/main">
                <a:srgbClr val="63A74D"/>
              </a:solidFill>
            </c:spPr>
          </c:dPt>
          <c:dPt>
            <c:idx val="2"/>
            <c:spPr>
              <a:solidFill xmlns:a="http://schemas.openxmlformats.org/drawingml/2006/main">
                <a:srgbClr val="8759B8"/>
              </a:solidFill>
            </c:spPr>
          </c:dPt>
          <c:dPt>
            <c:idx val="3"/>
            <c:spPr>
              <a:solidFill xmlns:a="http://schemas.openxmlformats.org/drawingml/2006/main">
                <a:srgbClr val="F2AD20"/>
              </a:solidFill>
            </c:spPr>
          </c:dPt>
          <c:cat>
            <c:strLit>
              <c:ptCount val="4"/>
              <c:pt idx="0">
                <c:v>Phí đối tác &amp; ngân hàng</c:v>
              </c:pt>
              <c:pt idx="1">
                <c:v>Chi phí vận hành</c:v>
              </c:pt>
              <c:pt idx="2">
                <c:v>Chi phí marketing</c:v>
              </c:pt>
              <c:pt idx="3">
                <c:v>Khác</c:v>
              </c:pt>
            </c:strLit>
          </c:cat>
          <c:val>
            <c:numLit>
              <c:formatCode>General</c:formatCode>
              <c:ptCount val="4"/>
              <c:pt idx="0">
                <c:v>46</c:v>
              </c:pt>
              <c:pt idx="1">
                <c:v>28</c:v>
              </c:pt>
              <c:pt idx="2">
                <c:v>16</c:v>
              </c:pt>
              <c:pt idx="3">
                <c:v>10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3000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  <c:holeSize val="48"/>
      </c:doughnutChart>
      <c:spPr>
        <a:solidFill xmlns:a="http://schemas.openxmlformats.org/drawingml/2006/main">
          <a:srgbClr val="F8FBFF"/>
        </a:solidFill>
        <a:ln xmlns:a="http://schemas.openxmlformats.org/drawingml/2006/main" w="0">
          <a:solidFill>
            <a:srgbClr val="F8FBFF"/>
          </a:solidFill>
          <a:prstDash val="solid"/>
        </a:ln>
      </c:spPr>
    </c:plotArea>
    <c:plotVisOnly val="1"/>
  </c:chart>
  <c:spPr>
    <a:solidFill xmlns:a="http://schemas.openxmlformats.org/drawingml/2006/main">
      <a:srgbClr val="F8FBFF"/>
    </a:solidFill>
    <a:ln xmlns:a="http://schemas.openxmlformats.org/drawingml/2006/main" w="0">
      <a:solidFill>
        <a:srgbClr val="F8FB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D4606-B243-4BEE-A89D-D1B63CCCF6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cc01576b649a1"/>
          <a:srcRect xmlns:a="http://schemas.openxmlformats.org/drawingml/2006/main" l="0" t="2282" r="0" b="22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145000" cy="90392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579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2DACF3-B36A-454E-A2E8-F7BE6247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00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00" b="1">
                <a:solidFill>
                  <a:srgbClr val="143A72"/>
                </a:solidFill>
              </a:defRPr>
            </a:defPPr>
            <a:lvl1pPr algn="l">
              <a:defRPr sz="3600" b="1">
                <a:solidFill>
                  <a:srgbClr val="143A72"/>
                </a:solidFill>
              </a:defRPr>
            </a:lvl1pPr>
            <a:lvl2pPr algn="l">
              <a:defRPr sz="3600" b="1">
                <a:solidFill>
                  <a:srgbClr val="143A72"/>
                </a:solidFill>
              </a:defRPr>
            </a:lvl2pPr>
            <a:lvl3pPr algn="l">
              <a:defRPr sz="3600" b="1">
                <a:solidFill>
                  <a:srgbClr val="143A72"/>
                </a:solidFill>
              </a:defRPr>
            </a:lvl3pPr>
            <a:lvl4pPr algn="l">
              <a:defRPr sz="3600" b="1">
                <a:solidFill>
                  <a:srgbClr val="143A72"/>
                </a:solidFill>
              </a:defRPr>
            </a:lvl4pPr>
            <a:lvl5pPr algn="l">
              <a:defRPr sz="3600" b="1">
                <a:solidFill>
                  <a:srgbClr val="143A72"/>
                </a:solidFill>
              </a:defRPr>
            </a:lvl5pPr>
            <a:lvl6pPr algn="l">
              <a:defRPr sz="3600" b="1">
                <a:solidFill>
                  <a:srgbClr val="143A72"/>
                </a:solidFill>
              </a:defRPr>
            </a:lvl6pPr>
            <a:lvl7pPr algn="l">
              <a:defRPr sz="3600" b="1">
                <a:solidFill>
                  <a:srgbClr val="143A72"/>
                </a:solidFill>
              </a:defRPr>
            </a:lvl7pPr>
            <a:lvl8pPr algn="l">
              <a:defRPr sz="3600" b="1">
                <a:solidFill>
                  <a:srgbClr val="143A72"/>
                </a:solidFill>
              </a:defRPr>
            </a:lvl8pPr>
            <a:lvl9pPr algn="l">
              <a:defRPr sz="3600" b="1">
                <a:solidFill>
                  <a:srgbClr val="143A72"/>
                </a:solidFill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43A72"/>
                </a:solidFill>
              </a:defRPr>
            </a:pPr>
            <a:r>
              <a:rPr sz="3600" b="1">
                <a:solidFill>
                  <a:srgbClr val="143A72"/>
                </a:solidFill>
              </a:rPr>
              <a:t>TỔNG QUAN KẾT QUẢ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C8CD1-1B2C-4CF9-9057-54DCCD05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666875"/>
            <a:ext cx="4000500" cy="6667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72C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96D2F-921C-4606-91C0-C78A8C1A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09750"/>
            <a:ext cx="1219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00" b="1">
                <a:solidFill>
                  <a:srgbClr val="2D72CA"/>
                </a:solidFill>
              </a:defRPr>
            </a:defPPr>
            <a:lvl1pPr algn="ctr">
              <a:defRPr sz="3900" b="1">
                <a:solidFill>
                  <a:srgbClr val="2D72CA"/>
                </a:solidFill>
              </a:defRPr>
            </a:lvl1pPr>
            <a:lvl2pPr algn="ctr">
              <a:defRPr sz="3900" b="1">
                <a:solidFill>
                  <a:srgbClr val="2D72CA"/>
                </a:solidFill>
              </a:defRPr>
            </a:lvl2pPr>
            <a:lvl3pPr algn="ctr">
              <a:defRPr sz="3900" b="1">
                <a:solidFill>
                  <a:srgbClr val="2D72CA"/>
                </a:solidFill>
              </a:defRPr>
            </a:lvl3pPr>
            <a:lvl4pPr algn="ctr">
              <a:defRPr sz="3900" b="1">
                <a:solidFill>
                  <a:srgbClr val="2D72CA"/>
                </a:solidFill>
              </a:defRPr>
            </a:lvl4pPr>
            <a:lvl5pPr algn="ctr">
              <a:defRPr sz="3900" b="1">
                <a:solidFill>
                  <a:srgbClr val="2D72CA"/>
                </a:solidFill>
              </a:defRPr>
            </a:lvl5pPr>
            <a:lvl6pPr algn="ctr">
              <a:defRPr sz="3900" b="1">
                <a:solidFill>
                  <a:srgbClr val="2D72CA"/>
                </a:solidFill>
              </a:defRPr>
            </a:lvl6pPr>
            <a:lvl7pPr algn="ctr">
              <a:defRPr sz="3900" b="1">
                <a:solidFill>
                  <a:srgbClr val="2D72CA"/>
                </a:solidFill>
              </a:defRPr>
            </a:lvl7pPr>
            <a:lvl8pPr algn="ctr">
              <a:defRPr sz="3900" b="1">
                <a:solidFill>
                  <a:srgbClr val="2D72CA"/>
                </a:solidFill>
              </a:defRPr>
            </a:lvl8pPr>
            <a:lvl9pPr algn="ctr">
              <a:defRPr sz="3900" b="1">
                <a:solidFill>
                  <a:srgbClr val="2D72CA"/>
                </a:solidFill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2D72CA"/>
                </a:solidFill>
              </a:defRPr>
            </a:pPr>
            <a:r>
              <a:rPr sz="3900" b="1">
                <a:solidFill>
                  <a:srgbClr val="2D72CA"/>
                </a:solidFill>
              </a:rPr>
              <a:t>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39CBC-DDB2-4F55-8BFA-C0EEF567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81300"/>
            <a:ext cx="3657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000" b="1">
                <a:solidFill>
                  <a:srgbClr val="2D72CA"/>
                </a:solidFill>
              </a:defRPr>
            </a:defPPr>
            <a:lvl1pPr algn="ctr">
              <a:defRPr sz="3000" b="1">
                <a:solidFill>
                  <a:srgbClr val="2D72CA"/>
                </a:solidFill>
              </a:defRPr>
            </a:lvl1pPr>
            <a:lvl2pPr algn="ctr">
              <a:defRPr sz="3000" b="1">
                <a:solidFill>
                  <a:srgbClr val="2D72CA"/>
                </a:solidFill>
              </a:defRPr>
            </a:lvl2pPr>
            <a:lvl3pPr algn="ctr">
              <a:defRPr sz="3000" b="1">
                <a:solidFill>
                  <a:srgbClr val="2D72CA"/>
                </a:solidFill>
              </a:defRPr>
            </a:lvl3pPr>
            <a:lvl4pPr algn="ctr">
              <a:defRPr sz="3000" b="1">
                <a:solidFill>
                  <a:srgbClr val="2D72CA"/>
                </a:solidFill>
              </a:defRPr>
            </a:lvl4pPr>
            <a:lvl5pPr algn="ctr">
              <a:defRPr sz="3000" b="1">
                <a:solidFill>
                  <a:srgbClr val="2D72CA"/>
                </a:solidFill>
              </a:defRPr>
            </a:lvl5pPr>
            <a:lvl6pPr algn="ctr">
              <a:defRPr sz="3000" b="1">
                <a:solidFill>
                  <a:srgbClr val="2D72CA"/>
                </a:solidFill>
              </a:defRPr>
            </a:lvl6pPr>
            <a:lvl7pPr algn="ctr">
              <a:defRPr sz="3000" b="1">
                <a:solidFill>
                  <a:srgbClr val="2D72CA"/>
                </a:solidFill>
              </a:defRPr>
            </a:lvl7pPr>
            <a:lvl8pPr algn="ctr">
              <a:defRPr sz="3000" b="1">
                <a:solidFill>
                  <a:srgbClr val="2D72CA"/>
                </a:solidFill>
              </a:defRPr>
            </a:lvl8pPr>
            <a:lvl9pPr algn="ctr">
              <a:defRPr sz="3000" b="1">
                <a:solidFill>
                  <a:srgbClr val="2D72CA"/>
                </a:solidFill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2D72CA"/>
                </a:solidFill>
              </a:defRPr>
            </a:pPr>
            <a:r>
              <a:rPr sz="3000" b="1">
                <a:solidFill>
                  <a:srgbClr val="2D72CA"/>
                </a:solidFill>
              </a:rPr>
              <a:t>DOANH THU THUẦN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9BA32-6055-4AB1-874B-262AE8F0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52875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800" b="1">
                <a:solidFill>
                  <a:srgbClr val="2D72CA"/>
                </a:solidFill>
              </a:defRPr>
            </a:defPPr>
            <a:lvl1pPr algn="ctr">
              <a:defRPr sz="4800" b="1">
                <a:solidFill>
                  <a:srgbClr val="2D72CA"/>
                </a:solidFill>
              </a:defRPr>
            </a:lvl1pPr>
            <a:lvl2pPr algn="ctr">
              <a:defRPr sz="4800" b="1">
                <a:solidFill>
                  <a:srgbClr val="2D72CA"/>
                </a:solidFill>
              </a:defRPr>
            </a:lvl2pPr>
            <a:lvl3pPr algn="ctr">
              <a:defRPr sz="4800" b="1">
                <a:solidFill>
                  <a:srgbClr val="2D72CA"/>
                </a:solidFill>
              </a:defRPr>
            </a:lvl3pPr>
            <a:lvl4pPr algn="ctr">
              <a:defRPr sz="4800" b="1">
                <a:solidFill>
                  <a:srgbClr val="2D72CA"/>
                </a:solidFill>
              </a:defRPr>
            </a:lvl4pPr>
            <a:lvl5pPr algn="ctr">
              <a:defRPr sz="4800" b="1">
                <a:solidFill>
                  <a:srgbClr val="2D72CA"/>
                </a:solidFill>
              </a:defRPr>
            </a:lvl5pPr>
            <a:lvl6pPr algn="ctr">
              <a:defRPr sz="4800" b="1">
                <a:solidFill>
                  <a:srgbClr val="2D72CA"/>
                </a:solidFill>
              </a:defRPr>
            </a:lvl6pPr>
            <a:lvl7pPr algn="ctr">
              <a:defRPr sz="4800" b="1">
                <a:solidFill>
                  <a:srgbClr val="2D72CA"/>
                </a:solidFill>
              </a:defRPr>
            </a:lvl7pPr>
            <a:lvl8pPr algn="ctr">
              <a:defRPr sz="4800" b="1">
                <a:solidFill>
                  <a:srgbClr val="2D72CA"/>
                </a:solidFill>
              </a:defRPr>
            </a:lvl8pPr>
            <a:lvl9pPr algn="ctr">
              <a:defRPr sz="4800" b="1">
                <a:solidFill>
                  <a:srgbClr val="2D72CA"/>
                </a:solidFill>
              </a:defRPr>
            </a:lvl9pPr>
          </a:lstStyle>
          <a:p xmlns:a="http://schemas.openxmlformats.org/drawingml/2006/main">
            <a:pPr algn="ctr">
              <a:defRPr sz="4800" b="1">
                <a:solidFill>
                  <a:srgbClr val="2D72CA"/>
                </a:solidFill>
              </a:defRPr>
            </a:pPr>
            <a:r>
              <a:rPr sz="4800" b="1">
                <a:solidFill>
                  <a:srgbClr val="2D72CA"/>
                </a:solidFill>
              </a:rPr>
              <a:t>12,45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F14EC-4D2B-46F3-BAD7-05D8A08D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0537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1">
                <a:solidFill>
                  <a:srgbClr val="2D72CA"/>
                </a:solidFill>
              </a:defRPr>
            </a:defPPr>
            <a:lvl1pPr algn="ctr">
              <a:defRPr sz="3150" b="1">
                <a:solidFill>
                  <a:srgbClr val="2D72CA"/>
                </a:solidFill>
              </a:defRPr>
            </a:lvl1pPr>
            <a:lvl2pPr algn="ctr">
              <a:defRPr sz="3150" b="1">
                <a:solidFill>
                  <a:srgbClr val="2D72CA"/>
                </a:solidFill>
              </a:defRPr>
            </a:lvl2pPr>
            <a:lvl3pPr algn="ctr">
              <a:defRPr sz="3150" b="1">
                <a:solidFill>
                  <a:srgbClr val="2D72CA"/>
                </a:solidFill>
              </a:defRPr>
            </a:lvl3pPr>
            <a:lvl4pPr algn="ctr">
              <a:defRPr sz="3150" b="1">
                <a:solidFill>
                  <a:srgbClr val="2D72CA"/>
                </a:solidFill>
              </a:defRPr>
            </a:lvl4pPr>
            <a:lvl5pPr algn="ctr">
              <a:defRPr sz="3150" b="1">
                <a:solidFill>
                  <a:srgbClr val="2D72CA"/>
                </a:solidFill>
              </a:defRPr>
            </a:lvl5pPr>
            <a:lvl6pPr algn="ctr">
              <a:defRPr sz="3150" b="1">
                <a:solidFill>
                  <a:srgbClr val="2D72CA"/>
                </a:solidFill>
              </a:defRPr>
            </a:lvl6pPr>
            <a:lvl7pPr algn="ctr">
              <a:defRPr sz="3150" b="1">
                <a:solidFill>
                  <a:srgbClr val="2D72CA"/>
                </a:solidFill>
              </a:defRPr>
            </a:lvl7pPr>
            <a:lvl8pPr algn="ctr">
              <a:defRPr sz="3150" b="1">
                <a:solidFill>
                  <a:srgbClr val="2D72CA"/>
                </a:solidFill>
              </a:defRPr>
            </a:lvl8pPr>
            <a:lvl9pPr algn="ctr">
              <a:defRPr sz="3150" b="1">
                <a:solidFill>
                  <a:srgbClr val="2D72CA"/>
                </a:solidFill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2D72CA"/>
                </a:solidFill>
              </a:defRPr>
            </a:pPr>
            <a:r>
              <a:rPr sz="3150" b="1">
                <a:solidFill>
                  <a:srgbClr val="2D72CA"/>
                </a:solidFill>
              </a:rPr>
              <a:t>Tỷ VND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6F2BC-78EA-48CC-B09F-1D3359E4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619750"/>
            <a:ext cx="3733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000" b="1">
                <a:solidFill>
                  <a:srgbClr val="258B50"/>
                </a:solidFill>
              </a:defRPr>
            </a:defPPr>
            <a:lvl1pPr algn="ctr">
              <a:defRPr sz="3000" b="1">
                <a:solidFill>
                  <a:srgbClr val="258B50"/>
                </a:solidFill>
              </a:defRPr>
            </a:lvl1pPr>
            <a:lvl2pPr algn="ctr">
              <a:defRPr sz="3000" b="1">
                <a:solidFill>
                  <a:srgbClr val="258B50"/>
                </a:solidFill>
              </a:defRPr>
            </a:lvl2pPr>
            <a:lvl3pPr algn="ctr">
              <a:defRPr sz="3000" b="1">
                <a:solidFill>
                  <a:srgbClr val="258B50"/>
                </a:solidFill>
              </a:defRPr>
            </a:lvl3pPr>
            <a:lvl4pPr algn="ctr">
              <a:defRPr sz="3000" b="1">
                <a:solidFill>
                  <a:srgbClr val="258B50"/>
                </a:solidFill>
              </a:defRPr>
            </a:lvl4pPr>
            <a:lvl5pPr algn="ctr">
              <a:defRPr sz="3000" b="1">
                <a:solidFill>
                  <a:srgbClr val="258B50"/>
                </a:solidFill>
              </a:defRPr>
            </a:lvl5pPr>
            <a:lvl6pPr algn="ctr">
              <a:defRPr sz="3000" b="1">
                <a:solidFill>
                  <a:srgbClr val="258B50"/>
                </a:solidFill>
              </a:defRPr>
            </a:lvl6pPr>
            <a:lvl7pPr algn="ctr">
              <a:defRPr sz="3000" b="1">
                <a:solidFill>
                  <a:srgbClr val="258B50"/>
                </a:solidFill>
              </a:defRPr>
            </a:lvl7pPr>
            <a:lvl8pPr algn="ctr">
              <a:defRPr sz="3000" b="1">
                <a:solidFill>
                  <a:srgbClr val="258B50"/>
                </a:solidFill>
              </a:defRPr>
            </a:lvl8pPr>
            <a:lvl9pPr algn="ctr">
              <a:defRPr sz="3000" b="1">
                <a:solidFill>
                  <a:srgbClr val="258B50"/>
                </a:solidFill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258B50"/>
                </a:solidFill>
              </a:defRPr>
            </a:pPr>
            <a:r>
              <a:rPr sz="3000" b="1">
                <a:solidFill>
                  <a:srgbClr val="258B50"/>
                </a:solidFill>
              </a:rPr>
              <a:t>▲ +18,6%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B4A07-279D-4854-BDD5-BC5B68E8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286500"/>
            <a:ext cx="3733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000" b="0">
                <a:solidFill>
                  <a:srgbClr val="263238"/>
                </a:solidFill>
              </a:defRPr>
            </a:defPPr>
            <a:lvl1pPr algn="ctr">
              <a:defRPr sz="3000" b="0">
                <a:solidFill>
                  <a:srgbClr val="263238"/>
                </a:solidFill>
              </a:defRPr>
            </a:lvl1pPr>
            <a:lvl2pPr algn="ctr">
              <a:defRPr sz="3000" b="0">
                <a:solidFill>
                  <a:srgbClr val="263238"/>
                </a:solidFill>
              </a:defRPr>
            </a:lvl2pPr>
            <a:lvl3pPr algn="ctr">
              <a:defRPr sz="3000" b="0">
                <a:solidFill>
                  <a:srgbClr val="263238"/>
                </a:solidFill>
              </a:defRPr>
            </a:lvl3pPr>
            <a:lvl4pPr algn="ctr">
              <a:defRPr sz="3000" b="0">
                <a:solidFill>
                  <a:srgbClr val="263238"/>
                </a:solidFill>
              </a:defRPr>
            </a:lvl4pPr>
            <a:lvl5pPr algn="ctr">
              <a:defRPr sz="3000" b="0">
                <a:solidFill>
                  <a:srgbClr val="263238"/>
                </a:solidFill>
              </a:defRPr>
            </a:lvl5pPr>
            <a:lvl6pPr algn="ctr">
              <a:defRPr sz="3000" b="0">
                <a:solidFill>
                  <a:srgbClr val="263238"/>
                </a:solidFill>
              </a:defRPr>
            </a:lvl6pPr>
            <a:lvl7pPr algn="ctr">
              <a:defRPr sz="3000" b="0">
                <a:solidFill>
                  <a:srgbClr val="263238"/>
                </a:solidFill>
              </a:defRPr>
            </a:lvl7pPr>
            <a:lvl8pPr algn="ctr">
              <a:defRPr sz="3000" b="0">
                <a:solidFill>
                  <a:srgbClr val="263238"/>
                </a:solidFill>
              </a:defRPr>
            </a:lvl8pPr>
            <a:lvl9pPr algn="ctr">
              <a:defRPr sz="3000" b="0">
                <a:solidFill>
                  <a:srgbClr val="263238"/>
                </a:solidFill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263238"/>
                </a:solidFill>
              </a:defRPr>
            </a:pPr>
            <a:r>
              <a:rPr sz="3000" b="0">
                <a:solidFill>
                  <a:srgbClr val="263238"/>
                </a:solidFill>
              </a:rPr>
              <a:t>so với T4/2024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A832C3-E526-4A60-AC4D-874D4E71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4000500" cy="6667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9B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F043D-3BE4-483B-B4A2-8816AC31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809750"/>
            <a:ext cx="1219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00" b="1">
                <a:solidFill>
                  <a:srgbClr val="4F9B4B"/>
                </a:solidFill>
              </a:defRPr>
            </a:defPPr>
            <a:lvl1pPr algn="ctr">
              <a:defRPr sz="3900" b="1">
                <a:solidFill>
                  <a:srgbClr val="4F9B4B"/>
                </a:solidFill>
              </a:defRPr>
            </a:lvl1pPr>
            <a:lvl2pPr algn="ctr">
              <a:defRPr sz="3900" b="1">
                <a:solidFill>
                  <a:srgbClr val="4F9B4B"/>
                </a:solidFill>
              </a:defRPr>
            </a:lvl2pPr>
            <a:lvl3pPr algn="ctr">
              <a:defRPr sz="3900" b="1">
                <a:solidFill>
                  <a:srgbClr val="4F9B4B"/>
                </a:solidFill>
              </a:defRPr>
            </a:lvl3pPr>
            <a:lvl4pPr algn="ctr">
              <a:defRPr sz="3900" b="1">
                <a:solidFill>
                  <a:srgbClr val="4F9B4B"/>
                </a:solidFill>
              </a:defRPr>
            </a:lvl4pPr>
            <a:lvl5pPr algn="ctr">
              <a:defRPr sz="3900" b="1">
                <a:solidFill>
                  <a:srgbClr val="4F9B4B"/>
                </a:solidFill>
              </a:defRPr>
            </a:lvl5pPr>
            <a:lvl6pPr algn="ctr">
              <a:defRPr sz="3900" b="1">
                <a:solidFill>
                  <a:srgbClr val="4F9B4B"/>
                </a:solidFill>
              </a:defRPr>
            </a:lvl6pPr>
            <a:lvl7pPr algn="ctr">
              <a:defRPr sz="3900" b="1">
                <a:solidFill>
                  <a:srgbClr val="4F9B4B"/>
                </a:solidFill>
              </a:defRPr>
            </a:lvl7pPr>
            <a:lvl8pPr algn="ctr">
              <a:defRPr sz="3900" b="1">
                <a:solidFill>
                  <a:srgbClr val="4F9B4B"/>
                </a:solidFill>
              </a:defRPr>
            </a:lvl8pPr>
            <a:lvl9pPr algn="ctr">
              <a:defRPr sz="3900" b="1">
                <a:solidFill>
                  <a:srgbClr val="4F9B4B"/>
                </a:solidFill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4F9B4B"/>
                </a:solidFill>
              </a:defRPr>
            </a:pPr>
            <a:r>
              <a:rPr sz="3900" b="1">
                <a:solidFill>
                  <a:srgbClr val="4F9B4B"/>
                </a:solidFill>
              </a:rPr>
              <a:t>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23617-64D0-44BD-A49B-C97F6EE0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81300"/>
            <a:ext cx="3657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000" b="1">
                <a:solidFill>
                  <a:srgbClr val="4F9B4B"/>
                </a:solidFill>
              </a:defRPr>
            </a:defPPr>
            <a:lvl1pPr algn="ctr">
              <a:defRPr sz="3000" b="1">
                <a:solidFill>
                  <a:srgbClr val="4F9B4B"/>
                </a:solidFill>
              </a:defRPr>
            </a:lvl1pPr>
            <a:lvl2pPr algn="ctr">
              <a:defRPr sz="3000" b="1">
                <a:solidFill>
                  <a:srgbClr val="4F9B4B"/>
                </a:solidFill>
              </a:defRPr>
            </a:lvl2pPr>
            <a:lvl3pPr algn="ctr">
              <a:defRPr sz="3000" b="1">
                <a:solidFill>
                  <a:srgbClr val="4F9B4B"/>
                </a:solidFill>
              </a:defRPr>
            </a:lvl3pPr>
            <a:lvl4pPr algn="ctr">
              <a:defRPr sz="3000" b="1">
                <a:solidFill>
                  <a:srgbClr val="4F9B4B"/>
                </a:solidFill>
              </a:defRPr>
            </a:lvl4pPr>
            <a:lvl5pPr algn="ctr">
              <a:defRPr sz="3000" b="1">
                <a:solidFill>
                  <a:srgbClr val="4F9B4B"/>
                </a:solidFill>
              </a:defRPr>
            </a:lvl5pPr>
            <a:lvl6pPr algn="ctr">
              <a:defRPr sz="3000" b="1">
                <a:solidFill>
                  <a:srgbClr val="4F9B4B"/>
                </a:solidFill>
              </a:defRPr>
            </a:lvl6pPr>
            <a:lvl7pPr algn="ctr">
              <a:defRPr sz="3000" b="1">
                <a:solidFill>
                  <a:srgbClr val="4F9B4B"/>
                </a:solidFill>
              </a:defRPr>
            </a:lvl7pPr>
            <a:lvl8pPr algn="ctr">
              <a:defRPr sz="3000" b="1">
                <a:solidFill>
                  <a:srgbClr val="4F9B4B"/>
                </a:solidFill>
              </a:defRPr>
            </a:lvl8pPr>
            <a:lvl9pPr algn="ctr">
              <a:defRPr sz="3000" b="1">
                <a:solidFill>
                  <a:srgbClr val="4F9B4B"/>
                </a:solidFill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4F9B4B"/>
                </a:solidFill>
              </a:defRPr>
            </a:pPr>
            <a:r>
              <a:rPr sz="3000" b="1">
                <a:solidFill>
                  <a:srgbClr val="4F9B4B"/>
                </a:solidFill>
              </a:rPr>
              <a:t>TỔNG CHI PHÍ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97A8C4-0449-4C44-A00B-9EDDB47E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52875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800" b="1">
                <a:solidFill>
                  <a:srgbClr val="4F9B4B"/>
                </a:solidFill>
              </a:defRPr>
            </a:defPPr>
            <a:lvl1pPr algn="ctr">
              <a:defRPr sz="4800" b="1">
                <a:solidFill>
                  <a:srgbClr val="4F9B4B"/>
                </a:solidFill>
              </a:defRPr>
            </a:lvl1pPr>
            <a:lvl2pPr algn="ctr">
              <a:defRPr sz="4800" b="1">
                <a:solidFill>
                  <a:srgbClr val="4F9B4B"/>
                </a:solidFill>
              </a:defRPr>
            </a:lvl2pPr>
            <a:lvl3pPr algn="ctr">
              <a:defRPr sz="4800" b="1">
                <a:solidFill>
                  <a:srgbClr val="4F9B4B"/>
                </a:solidFill>
              </a:defRPr>
            </a:lvl3pPr>
            <a:lvl4pPr algn="ctr">
              <a:defRPr sz="4800" b="1">
                <a:solidFill>
                  <a:srgbClr val="4F9B4B"/>
                </a:solidFill>
              </a:defRPr>
            </a:lvl4pPr>
            <a:lvl5pPr algn="ctr">
              <a:defRPr sz="4800" b="1">
                <a:solidFill>
                  <a:srgbClr val="4F9B4B"/>
                </a:solidFill>
              </a:defRPr>
            </a:lvl5pPr>
            <a:lvl6pPr algn="ctr">
              <a:defRPr sz="4800" b="1">
                <a:solidFill>
                  <a:srgbClr val="4F9B4B"/>
                </a:solidFill>
              </a:defRPr>
            </a:lvl6pPr>
            <a:lvl7pPr algn="ctr">
              <a:defRPr sz="4800" b="1">
                <a:solidFill>
                  <a:srgbClr val="4F9B4B"/>
                </a:solidFill>
              </a:defRPr>
            </a:lvl7pPr>
            <a:lvl8pPr algn="ctr">
              <a:defRPr sz="4800" b="1">
                <a:solidFill>
                  <a:srgbClr val="4F9B4B"/>
                </a:solidFill>
              </a:defRPr>
            </a:lvl8pPr>
            <a:lvl9pPr algn="ctr">
              <a:defRPr sz="4800" b="1">
                <a:solidFill>
                  <a:srgbClr val="4F9B4B"/>
                </a:solidFill>
              </a:defRPr>
            </a:lvl9pPr>
          </a:lstStyle>
          <a:p xmlns:a="http://schemas.openxmlformats.org/drawingml/2006/main">
            <a:pPr algn="ctr">
              <a:defRPr sz="4800" b="1">
                <a:solidFill>
                  <a:srgbClr val="4F9B4B"/>
                </a:solidFill>
              </a:defRPr>
            </a:pPr>
            <a:r>
              <a:rPr sz="4800" b="1">
                <a:solidFill>
                  <a:srgbClr val="4F9B4B"/>
                </a:solidFill>
              </a:rPr>
              <a:t>7,28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862298-B02B-4A0A-9C33-9511C198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0537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1">
                <a:solidFill>
                  <a:srgbClr val="4F9B4B"/>
                </a:solidFill>
              </a:defRPr>
            </a:defPPr>
            <a:lvl1pPr algn="ctr">
              <a:defRPr sz="3150" b="1">
                <a:solidFill>
                  <a:srgbClr val="4F9B4B"/>
                </a:solidFill>
              </a:defRPr>
            </a:lvl1pPr>
            <a:lvl2pPr algn="ctr">
              <a:defRPr sz="3150" b="1">
                <a:solidFill>
                  <a:srgbClr val="4F9B4B"/>
                </a:solidFill>
              </a:defRPr>
            </a:lvl2pPr>
            <a:lvl3pPr algn="ctr">
              <a:defRPr sz="3150" b="1">
                <a:solidFill>
                  <a:srgbClr val="4F9B4B"/>
                </a:solidFill>
              </a:defRPr>
            </a:lvl3pPr>
            <a:lvl4pPr algn="ctr">
              <a:defRPr sz="3150" b="1">
                <a:solidFill>
                  <a:srgbClr val="4F9B4B"/>
                </a:solidFill>
              </a:defRPr>
            </a:lvl4pPr>
            <a:lvl5pPr algn="ctr">
              <a:defRPr sz="3150" b="1">
                <a:solidFill>
                  <a:srgbClr val="4F9B4B"/>
                </a:solidFill>
              </a:defRPr>
            </a:lvl5pPr>
            <a:lvl6pPr algn="ctr">
              <a:defRPr sz="3150" b="1">
                <a:solidFill>
                  <a:srgbClr val="4F9B4B"/>
                </a:solidFill>
              </a:defRPr>
            </a:lvl6pPr>
            <a:lvl7pPr algn="ctr">
              <a:defRPr sz="3150" b="1">
                <a:solidFill>
                  <a:srgbClr val="4F9B4B"/>
                </a:solidFill>
              </a:defRPr>
            </a:lvl7pPr>
            <a:lvl8pPr algn="ctr">
              <a:defRPr sz="3150" b="1">
                <a:solidFill>
                  <a:srgbClr val="4F9B4B"/>
                </a:solidFill>
              </a:defRPr>
            </a:lvl8pPr>
            <a:lvl9pPr algn="ctr">
              <a:defRPr sz="3150" b="1">
                <a:solidFill>
                  <a:srgbClr val="4F9B4B"/>
                </a:solidFill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F9B4B"/>
                </a:solidFill>
              </a:defRPr>
            </a:pPr>
            <a:r>
              <a:rPr sz="3150" b="1">
                <a:solidFill>
                  <a:srgbClr val="4F9B4B"/>
                </a:solidFill>
              </a:rPr>
              <a:t>Tỷ VND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F1E8FB-25C1-4382-B8A6-7A60DAE3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619750"/>
            <a:ext cx="3733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000" b="1">
                <a:solidFill>
                  <a:srgbClr val="258B50"/>
                </a:solidFill>
              </a:defRPr>
            </a:defPPr>
            <a:lvl1pPr algn="ctr">
              <a:defRPr sz="3000" b="1">
                <a:solidFill>
                  <a:srgbClr val="258B50"/>
                </a:solidFill>
              </a:defRPr>
            </a:lvl1pPr>
            <a:lvl2pPr algn="ctr">
              <a:defRPr sz="3000" b="1">
                <a:solidFill>
                  <a:srgbClr val="258B50"/>
                </a:solidFill>
              </a:defRPr>
            </a:lvl2pPr>
            <a:lvl3pPr algn="ctr">
              <a:defRPr sz="3000" b="1">
                <a:solidFill>
                  <a:srgbClr val="258B50"/>
                </a:solidFill>
              </a:defRPr>
            </a:lvl3pPr>
            <a:lvl4pPr algn="ctr">
              <a:defRPr sz="3000" b="1">
                <a:solidFill>
                  <a:srgbClr val="258B50"/>
                </a:solidFill>
              </a:defRPr>
            </a:lvl4pPr>
            <a:lvl5pPr algn="ctr">
              <a:defRPr sz="3000" b="1">
                <a:solidFill>
                  <a:srgbClr val="258B50"/>
                </a:solidFill>
              </a:defRPr>
            </a:lvl5pPr>
            <a:lvl6pPr algn="ctr">
              <a:defRPr sz="3000" b="1">
                <a:solidFill>
                  <a:srgbClr val="258B50"/>
                </a:solidFill>
              </a:defRPr>
            </a:lvl6pPr>
            <a:lvl7pPr algn="ctr">
              <a:defRPr sz="3000" b="1">
                <a:solidFill>
                  <a:srgbClr val="258B50"/>
                </a:solidFill>
              </a:defRPr>
            </a:lvl7pPr>
            <a:lvl8pPr algn="ctr">
              <a:defRPr sz="3000" b="1">
                <a:solidFill>
                  <a:srgbClr val="258B50"/>
                </a:solidFill>
              </a:defRPr>
            </a:lvl8pPr>
            <a:lvl9pPr algn="ctr">
              <a:defRPr sz="3000" b="1">
                <a:solidFill>
                  <a:srgbClr val="258B50"/>
                </a:solidFill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258B50"/>
                </a:solidFill>
              </a:defRPr>
            </a:pPr>
            <a:r>
              <a:rPr sz="3000" b="1">
                <a:solidFill>
                  <a:srgbClr val="258B50"/>
                </a:solidFill>
              </a:rPr>
              <a:t>▲ +12,1%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C10652-0D65-4B20-8E08-4CBFACBE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6286500"/>
            <a:ext cx="3733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000" b="0">
                <a:solidFill>
                  <a:srgbClr val="263238"/>
                </a:solidFill>
              </a:defRPr>
            </a:defPPr>
            <a:lvl1pPr algn="ctr">
              <a:defRPr sz="3000" b="0">
                <a:solidFill>
                  <a:srgbClr val="263238"/>
                </a:solidFill>
              </a:defRPr>
            </a:lvl1pPr>
            <a:lvl2pPr algn="ctr">
              <a:defRPr sz="3000" b="0">
                <a:solidFill>
                  <a:srgbClr val="263238"/>
                </a:solidFill>
              </a:defRPr>
            </a:lvl2pPr>
            <a:lvl3pPr algn="ctr">
              <a:defRPr sz="3000" b="0">
                <a:solidFill>
                  <a:srgbClr val="263238"/>
                </a:solidFill>
              </a:defRPr>
            </a:lvl3pPr>
            <a:lvl4pPr algn="ctr">
              <a:defRPr sz="3000" b="0">
                <a:solidFill>
                  <a:srgbClr val="263238"/>
                </a:solidFill>
              </a:defRPr>
            </a:lvl4pPr>
            <a:lvl5pPr algn="ctr">
              <a:defRPr sz="3000" b="0">
                <a:solidFill>
                  <a:srgbClr val="263238"/>
                </a:solidFill>
              </a:defRPr>
            </a:lvl5pPr>
            <a:lvl6pPr algn="ctr">
              <a:defRPr sz="3000" b="0">
                <a:solidFill>
                  <a:srgbClr val="263238"/>
                </a:solidFill>
              </a:defRPr>
            </a:lvl6pPr>
            <a:lvl7pPr algn="ctr">
              <a:defRPr sz="3000" b="0">
                <a:solidFill>
                  <a:srgbClr val="263238"/>
                </a:solidFill>
              </a:defRPr>
            </a:lvl7pPr>
            <a:lvl8pPr algn="ctr">
              <a:defRPr sz="3000" b="0">
                <a:solidFill>
                  <a:srgbClr val="263238"/>
                </a:solidFill>
              </a:defRPr>
            </a:lvl8pPr>
            <a:lvl9pPr algn="ctr">
              <a:defRPr sz="3000" b="0">
                <a:solidFill>
                  <a:srgbClr val="263238"/>
                </a:solidFill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263238"/>
                </a:solidFill>
              </a:defRPr>
            </a:pPr>
            <a:r>
              <a:rPr sz="3000" b="0">
                <a:solidFill>
                  <a:srgbClr val="263238"/>
                </a:solidFill>
              </a:rPr>
              <a:t>so với T4/2024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D67B65-DAD8-45EA-84BB-355B30AE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66875"/>
            <a:ext cx="4000500" cy="6667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256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3CD404-066F-4A4E-9D9E-A947CF9F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809750"/>
            <a:ext cx="1219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00" b="1">
                <a:solidFill>
                  <a:srgbClr val="8256B6"/>
                </a:solidFill>
              </a:defRPr>
            </a:defPPr>
            <a:lvl1pPr algn="ctr">
              <a:defRPr sz="3900" b="1">
                <a:solidFill>
                  <a:srgbClr val="8256B6"/>
                </a:solidFill>
              </a:defRPr>
            </a:lvl1pPr>
            <a:lvl2pPr algn="ctr">
              <a:defRPr sz="3900" b="1">
                <a:solidFill>
                  <a:srgbClr val="8256B6"/>
                </a:solidFill>
              </a:defRPr>
            </a:lvl2pPr>
            <a:lvl3pPr algn="ctr">
              <a:defRPr sz="3900" b="1">
                <a:solidFill>
                  <a:srgbClr val="8256B6"/>
                </a:solidFill>
              </a:defRPr>
            </a:lvl3pPr>
            <a:lvl4pPr algn="ctr">
              <a:defRPr sz="3900" b="1">
                <a:solidFill>
                  <a:srgbClr val="8256B6"/>
                </a:solidFill>
              </a:defRPr>
            </a:lvl4pPr>
            <a:lvl5pPr algn="ctr">
              <a:defRPr sz="3900" b="1">
                <a:solidFill>
                  <a:srgbClr val="8256B6"/>
                </a:solidFill>
              </a:defRPr>
            </a:lvl5pPr>
            <a:lvl6pPr algn="ctr">
              <a:defRPr sz="3900" b="1">
                <a:solidFill>
                  <a:srgbClr val="8256B6"/>
                </a:solidFill>
              </a:defRPr>
            </a:lvl6pPr>
            <a:lvl7pPr algn="ctr">
              <a:defRPr sz="3900" b="1">
                <a:solidFill>
                  <a:srgbClr val="8256B6"/>
                </a:solidFill>
              </a:defRPr>
            </a:lvl7pPr>
            <a:lvl8pPr algn="ctr">
              <a:defRPr sz="3900" b="1">
                <a:solidFill>
                  <a:srgbClr val="8256B6"/>
                </a:solidFill>
              </a:defRPr>
            </a:lvl8pPr>
            <a:lvl9pPr algn="ctr">
              <a:defRPr sz="3900" b="1">
                <a:solidFill>
                  <a:srgbClr val="8256B6"/>
                </a:solidFill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8256B6"/>
                </a:solidFill>
              </a:defRPr>
            </a:pPr>
            <a:r>
              <a:rPr sz="3900" b="1">
                <a:solidFill>
                  <a:srgbClr val="8256B6"/>
                </a:solidFill>
              </a:rPr>
              <a:t>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B5EA5D-AE40-4D74-B3A4-0A5BD759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3657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000" b="1">
                <a:solidFill>
                  <a:srgbClr val="8256B6"/>
                </a:solidFill>
              </a:defRPr>
            </a:defPPr>
            <a:lvl1pPr algn="ctr">
              <a:defRPr sz="3000" b="1">
                <a:solidFill>
                  <a:srgbClr val="8256B6"/>
                </a:solidFill>
              </a:defRPr>
            </a:lvl1pPr>
            <a:lvl2pPr algn="ctr">
              <a:defRPr sz="3000" b="1">
                <a:solidFill>
                  <a:srgbClr val="8256B6"/>
                </a:solidFill>
              </a:defRPr>
            </a:lvl2pPr>
            <a:lvl3pPr algn="ctr">
              <a:defRPr sz="3000" b="1">
                <a:solidFill>
                  <a:srgbClr val="8256B6"/>
                </a:solidFill>
              </a:defRPr>
            </a:lvl3pPr>
            <a:lvl4pPr algn="ctr">
              <a:defRPr sz="3000" b="1">
                <a:solidFill>
                  <a:srgbClr val="8256B6"/>
                </a:solidFill>
              </a:defRPr>
            </a:lvl4pPr>
            <a:lvl5pPr algn="ctr">
              <a:defRPr sz="3000" b="1">
                <a:solidFill>
                  <a:srgbClr val="8256B6"/>
                </a:solidFill>
              </a:defRPr>
            </a:lvl5pPr>
            <a:lvl6pPr algn="ctr">
              <a:defRPr sz="3000" b="1">
                <a:solidFill>
                  <a:srgbClr val="8256B6"/>
                </a:solidFill>
              </a:defRPr>
            </a:lvl6pPr>
            <a:lvl7pPr algn="ctr">
              <a:defRPr sz="3000" b="1">
                <a:solidFill>
                  <a:srgbClr val="8256B6"/>
                </a:solidFill>
              </a:defRPr>
            </a:lvl7pPr>
            <a:lvl8pPr algn="ctr">
              <a:defRPr sz="3000" b="1">
                <a:solidFill>
                  <a:srgbClr val="8256B6"/>
                </a:solidFill>
              </a:defRPr>
            </a:lvl8pPr>
            <a:lvl9pPr algn="ctr">
              <a:defRPr sz="3000" b="1">
                <a:solidFill>
                  <a:srgbClr val="8256B6"/>
                </a:solidFill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8256B6"/>
                </a:solidFill>
              </a:defRPr>
            </a:pPr>
            <a:r>
              <a:rPr sz="3000" b="1">
                <a:solidFill>
                  <a:srgbClr val="8256B6"/>
                </a:solidFill>
              </a:rPr>
              <a:t>LỢI NHUẬN GỘP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2615C-10C2-4B18-B5A4-81D135CA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52875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800" b="1">
                <a:solidFill>
                  <a:srgbClr val="8256B6"/>
                </a:solidFill>
              </a:defRPr>
            </a:defPPr>
            <a:lvl1pPr algn="ctr">
              <a:defRPr sz="4800" b="1">
                <a:solidFill>
                  <a:srgbClr val="8256B6"/>
                </a:solidFill>
              </a:defRPr>
            </a:lvl1pPr>
            <a:lvl2pPr algn="ctr">
              <a:defRPr sz="4800" b="1">
                <a:solidFill>
                  <a:srgbClr val="8256B6"/>
                </a:solidFill>
              </a:defRPr>
            </a:lvl2pPr>
            <a:lvl3pPr algn="ctr">
              <a:defRPr sz="4800" b="1">
                <a:solidFill>
                  <a:srgbClr val="8256B6"/>
                </a:solidFill>
              </a:defRPr>
            </a:lvl3pPr>
            <a:lvl4pPr algn="ctr">
              <a:defRPr sz="4800" b="1">
                <a:solidFill>
                  <a:srgbClr val="8256B6"/>
                </a:solidFill>
              </a:defRPr>
            </a:lvl4pPr>
            <a:lvl5pPr algn="ctr">
              <a:defRPr sz="4800" b="1">
                <a:solidFill>
                  <a:srgbClr val="8256B6"/>
                </a:solidFill>
              </a:defRPr>
            </a:lvl5pPr>
            <a:lvl6pPr algn="ctr">
              <a:defRPr sz="4800" b="1">
                <a:solidFill>
                  <a:srgbClr val="8256B6"/>
                </a:solidFill>
              </a:defRPr>
            </a:lvl6pPr>
            <a:lvl7pPr algn="ctr">
              <a:defRPr sz="4800" b="1">
                <a:solidFill>
                  <a:srgbClr val="8256B6"/>
                </a:solidFill>
              </a:defRPr>
            </a:lvl7pPr>
            <a:lvl8pPr algn="ctr">
              <a:defRPr sz="4800" b="1">
                <a:solidFill>
                  <a:srgbClr val="8256B6"/>
                </a:solidFill>
              </a:defRPr>
            </a:lvl8pPr>
            <a:lvl9pPr algn="ctr">
              <a:defRPr sz="4800" b="1">
                <a:solidFill>
                  <a:srgbClr val="8256B6"/>
                </a:solidFill>
              </a:defRPr>
            </a:lvl9pPr>
          </a:lstStyle>
          <a:p xmlns:a="http://schemas.openxmlformats.org/drawingml/2006/main">
            <a:pPr algn="ctr">
              <a:defRPr sz="4800" b="1">
                <a:solidFill>
                  <a:srgbClr val="8256B6"/>
                </a:solidFill>
              </a:defRPr>
            </a:pPr>
            <a:r>
              <a:rPr sz="4800" b="1">
                <a:solidFill>
                  <a:srgbClr val="8256B6"/>
                </a:solidFill>
              </a:rPr>
              <a:t>5,17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C8B75B-D89F-4256-86BE-66CA060F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0537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1">
                <a:solidFill>
                  <a:srgbClr val="8256B6"/>
                </a:solidFill>
              </a:defRPr>
            </a:defPPr>
            <a:lvl1pPr algn="ctr">
              <a:defRPr sz="3150" b="1">
                <a:solidFill>
                  <a:srgbClr val="8256B6"/>
                </a:solidFill>
              </a:defRPr>
            </a:lvl1pPr>
            <a:lvl2pPr algn="ctr">
              <a:defRPr sz="3150" b="1">
                <a:solidFill>
                  <a:srgbClr val="8256B6"/>
                </a:solidFill>
              </a:defRPr>
            </a:lvl2pPr>
            <a:lvl3pPr algn="ctr">
              <a:defRPr sz="3150" b="1">
                <a:solidFill>
                  <a:srgbClr val="8256B6"/>
                </a:solidFill>
              </a:defRPr>
            </a:lvl3pPr>
            <a:lvl4pPr algn="ctr">
              <a:defRPr sz="3150" b="1">
                <a:solidFill>
                  <a:srgbClr val="8256B6"/>
                </a:solidFill>
              </a:defRPr>
            </a:lvl4pPr>
            <a:lvl5pPr algn="ctr">
              <a:defRPr sz="3150" b="1">
                <a:solidFill>
                  <a:srgbClr val="8256B6"/>
                </a:solidFill>
              </a:defRPr>
            </a:lvl5pPr>
            <a:lvl6pPr algn="ctr">
              <a:defRPr sz="3150" b="1">
                <a:solidFill>
                  <a:srgbClr val="8256B6"/>
                </a:solidFill>
              </a:defRPr>
            </a:lvl6pPr>
            <a:lvl7pPr algn="ctr">
              <a:defRPr sz="3150" b="1">
                <a:solidFill>
                  <a:srgbClr val="8256B6"/>
                </a:solidFill>
              </a:defRPr>
            </a:lvl7pPr>
            <a:lvl8pPr algn="ctr">
              <a:defRPr sz="3150" b="1">
                <a:solidFill>
                  <a:srgbClr val="8256B6"/>
                </a:solidFill>
              </a:defRPr>
            </a:lvl8pPr>
            <a:lvl9pPr algn="ctr">
              <a:defRPr sz="3150" b="1">
                <a:solidFill>
                  <a:srgbClr val="8256B6"/>
                </a:solidFill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8256B6"/>
                </a:solidFill>
              </a:defRPr>
            </a:pPr>
            <a:r>
              <a:rPr sz="3150" b="1">
                <a:solidFill>
                  <a:srgbClr val="8256B6"/>
                </a:solidFill>
              </a:rPr>
              <a:t>Tỷ VND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191836-F424-4089-9952-173746EB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619750"/>
            <a:ext cx="3733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000" b="1">
                <a:solidFill>
                  <a:srgbClr val="258B50"/>
                </a:solidFill>
              </a:defRPr>
            </a:defPPr>
            <a:lvl1pPr algn="ctr">
              <a:defRPr sz="3000" b="1">
                <a:solidFill>
                  <a:srgbClr val="258B50"/>
                </a:solidFill>
              </a:defRPr>
            </a:lvl1pPr>
            <a:lvl2pPr algn="ctr">
              <a:defRPr sz="3000" b="1">
                <a:solidFill>
                  <a:srgbClr val="258B50"/>
                </a:solidFill>
              </a:defRPr>
            </a:lvl2pPr>
            <a:lvl3pPr algn="ctr">
              <a:defRPr sz="3000" b="1">
                <a:solidFill>
                  <a:srgbClr val="258B50"/>
                </a:solidFill>
              </a:defRPr>
            </a:lvl3pPr>
            <a:lvl4pPr algn="ctr">
              <a:defRPr sz="3000" b="1">
                <a:solidFill>
                  <a:srgbClr val="258B50"/>
                </a:solidFill>
              </a:defRPr>
            </a:lvl4pPr>
            <a:lvl5pPr algn="ctr">
              <a:defRPr sz="3000" b="1">
                <a:solidFill>
                  <a:srgbClr val="258B50"/>
                </a:solidFill>
              </a:defRPr>
            </a:lvl5pPr>
            <a:lvl6pPr algn="ctr">
              <a:defRPr sz="3000" b="1">
                <a:solidFill>
                  <a:srgbClr val="258B50"/>
                </a:solidFill>
              </a:defRPr>
            </a:lvl6pPr>
            <a:lvl7pPr algn="ctr">
              <a:defRPr sz="3000" b="1">
                <a:solidFill>
                  <a:srgbClr val="258B50"/>
                </a:solidFill>
              </a:defRPr>
            </a:lvl7pPr>
            <a:lvl8pPr algn="ctr">
              <a:defRPr sz="3000" b="1">
                <a:solidFill>
                  <a:srgbClr val="258B50"/>
                </a:solidFill>
              </a:defRPr>
            </a:lvl8pPr>
            <a:lvl9pPr algn="ctr">
              <a:defRPr sz="3000" b="1">
                <a:solidFill>
                  <a:srgbClr val="258B50"/>
                </a:solidFill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258B50"/>
                </a:solidFill>
              </a:defRPr>
            </a:pPr>
            <a:r>
              <a:rPr sz="3000" b="1">
                <a:solidFill>
                  <a:srgbClr val="258B50"/>
                </a:solidFill>
              </a:rPr>
              <a:t>▲ +27,4%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514C65-D7FB-43B0-BCD2-53DB4947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286500"/>
            <a:ext cx="3733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000" b="0">
                <a:solidFill>
                  <a:srgbClr val="263238"/>
                </a:solidFill>
              </a:defRPr>
            </a:defPPr>
            <a:lvl1pPr algn="ctr">
              <a:defRPr sz="3000" b="0">
                <a:solidFill>
                  <a:srgbClr val="263238"/>
                </a:solidFill>
              </a:defRPr>
            </a:lvl1pPr>
            <a:lvl2pPr algn="ctr">
              <a:defRPr sz="3000" b="0">
                <a:solidFill>
                  <a:srgbClr val="263238"/>
                </a:solidFill>
              </a:defRPr>
            </a:lvl2pPr>
            <a:lvl3pPr algn="ctr">
              <a:defRPr sz="3000" b="0">
                <a:solidFill>
                  <a:srgbClr val="263238"/>
                </a:solidFill>
              </a:defRPr>
            </a:lvl3pPr>
            <a:lvl4pPr algn="ctr">
              <a:defRPr sz="3000" b="0">
                <a:solidFill>
                  <a:srgbClr val="263238"/>
                </a:solidFill>
              </a:defRPr>
            </a:lvl4pPr>
            <a:lvl5pPr algn="ctr">
              <a:defRPr sz="3000" b="0">
                <a:solidFill>
                  <a:srgbClr val="263238"/>
                </a:solidFill>
              </a:defRPr>
            </a:lvl5pPr>
            <a:lvl6pPr algn="ctr">
              <a:defRPr sz="3000" b="0">
                <a:solidFill>
                  <a:srgbClr val="263238"/>
                </a:solidFill>
              </a:defRPr>
            </a:lvl6pPr>
            <a:lvl7pPr algn="ctr">
              <a:defRPr sz="3000" b="0">
                <a:solidFill>
                  <a:srgbClr val="263238"/>
                </a:solidFill>
              </a:defRPr>
            </a:lvl7pPr>
            <a:lvl8pPr algn="ctr">
              <a:defRPr sz="3000" b="0">
                <a:solidFill>
                  <a:srgbClr val="263238"/>
                </a:solidFill>
              </a:defRPr>
            </a:lvl8pPr>
            <a:lvl9pPr algn="ctr">
              <a:defRPr sz="3000" b="0">
                <a:solidFill>
                  <a:srgbClr val="263238"/>
                </a:solidFill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263238"/>
                </a:solidFill>
              </a:defRPr>
            </a:pPr>
            <a:r>
              <a:rPr sz="3000" b="0">
                <a:solidFill>
                  <a:srgbClr val="263238"/>
                </a:solidFill>
              </a:rPr>
              <a:t>so với T4/2024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D4D502-4609-4ED3-B276-508A8BA6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1666875"/>
            <a:ext cx="4000500" cy="6667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7D2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EB0DE8-8BCF-41CC-9A85-DF0D0D86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1809750"/>
            <a:ext cx="1219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00" b="1">
                <a:solidFill>
                  <a:srgbClr val="E47D24"/>
                </a:solidFill>
              </a:defRPr>
            </a:defPPr>
            <a:lvl1pPr algn="ctr">
              <a:defRPr sz="3900" b="1">
                <a:solidFill>
                  <a:srgbClr val="E47D24"/>
                </a:solidFill>
              </a:defRPr>
            </a:lvl1pPr>
            <a:lvl2pPr algn="ctr">
              <a:defRPr sz="3900" b="1">
                <a:solidFill>
                  <a:srgbClr val="E47D24"/>
                </a:solidFill>
              </a:defRPr>
            </a:lvl2pPr>
            <a:lvl3pPr algn="ctr">
              <a:defRPr sz="3900" b="1">
                <a:solidFill>
                  <a:srgbClr val="E47D24"/>
                </a:solidFill>
              </a:defRPr>
            </a:lvl3pPr>
            <a:lvl4pPr algn="ctr">
              <a:defRPr sz="3900" b="1">
                <a:solidFill>
                  <a:srgbClr val="E47D24"/>
                </a:solidFill>
              </a:defRPr>
            </a:lvl4pPr>
            <a:lvl5pPr algn="ctr">
              <a:defRPr sz="3900" b="1">
                <a:solidFill>
                  <a:srgbClr val="E47D24"/>
                </a:solidFill>
              </a:defRPr>
            </a:lvl5pPr>
            <a:lvl6pPr algn="ctr">
              <a:defRPr sz="3900" b="1">
                <a:solidFill>
                  <a:srgbClr val="E47D24"/>
                </a:solidFill>
              </a:defRPr>
            </a:lvl6pPr>
            <a:lvl7pPr algn="ctr">
              <a:defRPr sz="3900" b="1">
                <a:solidFill>
                  <a:srgbClr val="E47D24"/>
                </a:solidFill>
              </a:defRPr>
            </a:lvl7pPr>
            <a:lvl8pPr algn="ctr">
              <a:defRPr sz="3900" b="1">
                <a:solidFill>
                  <a:srgbClr val="E47D24"/>
                </a:solidFill>
              </a:defRPr>
            </a:lvl8pPr>
            <a:lvl9pPr algn="ctr">
              <a:defRPr sz="3900" b="1">
                <a:solidFill>
                  <a:srgbClr val="E47D24"/>
                </a:solidFill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E47D24"/>
                </a:solidFill>
              </a:defRPr>
            </a:pPr>
            <a:r>
              <a:rPr sz="3900" b="1">
                <a:solidFill>
                  <a:srgbClr val="E47D24"/>
                </a:solidFill>
              </a:rPr>
              <a:t>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6B1C3B-1774-48BB-BC92-9068E41F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2781300"/>
            <a:ext cx="3657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000" b="1">
                <a:solidFill>
                  <a:srgbClr val="E47D24"/>
                </a:solidFill>
              </a:defRPr>
            </a:defPPr>
            <a:lvl1pPr algn="ctr">
              <a:defRPr sz="3000" b="1">
                <a:solidFill>
                  <a:srgbClr val="E47D24"/>
                </a:solidFill>
              </a:defRPr>
            </a:lvl1pPr>
            <a:lvl2pPr algn="ctr">
              <a:defRPr sz="3000" b="1">
                <a:solidFill>
                  <a:srgbClr val="E47D24"/>
                </a:solidFill>
              </a:defRPr>
            </a:lvl2pPr>
            <a:lvl3pPr algn="ctr">
              <a:defRPr sz="3000" b="1">
                <a:solidFill>
                  <a:srgbClr val="E47D24"/>
                </a:solidFill>
              </a:defRPr>
            </a:lvl3pPr>
            <a:lvl4pPr algn="ctr">
              <a:defRPr sz="3000" b="1">
                <a:solidFill>
                  <a:srgbClr val="E47D24"/>
                </a:solidFill>
              </a:defRPr>
            </a:lvl4pPr>
            <a:lvl5pPr algn="ctr">
              <a:defRPr sz="3000" b="1">
                <a:solidFill>
                  <a:srgbClr val="E47D24"/>
                </a:solidFill>
              </a:defRPr>
            </a:lvl5pPr>
            <a:lvl6pPr algn="ctr">
              <a:defRPr sz="3000" b="1">
                <a:solidFill>
                  <a:srgbClr val="E47D24"/>
                </a:solidFill>
              </a:defRPr>
            </a:lvl6pPr>
            <a:lvl7pPr algn="ctr">
              <a:defRPr sz="3000" b="1">
                <a:solidFill>
                  <a:srgbClr val="E47D24"/>
                </a:solidFill>
              </a:defRPr>
            </a:lvl7pPr>
            <a:lvl8pPr algn="ctr">
              <a:defRPr sz="3000" b="1">
                <a:solidFill>
                  <a:srgbClr val="E47D24"/>
                </a:solidFill>
              </a:defRPr>
            </a:lvl8pPr>
            <a:lvl9pPr algn="ctr">
              <a:defRPr sz="3000" b="1">
                <a:solidFill>
                  <a:srgbClr val="E47D24"/>
                </a:solidFill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E47D24"/>
                </a:solidFill>
              </a:defRPr>
            </a:pPr>
            <a:r>
              <a:rPr sz="3000" b="1">
                <a:solidFill>
                  <a:srgbClr val="E47D24"/>
                </a:solidFill>
              </a:rPr>
              <a:t>LỢI NHUẬN SAU THUẾ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C815CE-54B4-4302-92DD-02A29FD5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3952875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800" b="1">
                <a:solidFill>
                  <a:srgbClr val="E47D24"/>
                </a:solidFill>
              </a:defRPr>
            </a:defPPr>
            <a:lvl1pPr algn="ctr">
              <a:defRPr sz="4800" b="1">
                <a:solidFill>
                  <a:srgbClr val="E47D24"/>
                </a:solidFill>
              </a:defRPr>
            </a:lvl1pPr>
            <a:lvl2pPr algn="ctr">
              <a:defRPr sz="4800" b="1">
                <a:solidFill>
                  <a:srgbClr val="E47D24"/>
                </a:solidFill>
              </a:defRPr>
            </a:lvl2pPr>
            <a:lvl3pPr algn="ctr">
              <a:defRPr sz="4800" b="1">
                <a:solidFill>
                  <a:srgbClr val="E47D24"/>
                </a:solidFill>
              </a:defRPr>
            </a:lvl3pPr>
            <a:lvl4pPr algn="ctr">
              <a:defRPr sz="4800" b="1">
                <a:solidFill>
                  <a:srgbClr val="E47D24"/>
                </a:solidFill>
              </a:defRPr>
            </a:lvl4pPr>
            <a:lvl5pPr algn="ctr">
              <a:defRPr sz="4800" b="1">
                <a:solidFill>
                  <a:srgbClr val="E47D24"/>
                </a:solidFill>
              </a:defRPr>
            </a:lvl5pPr>
            <a:lvl6pPr algn="ctr">
              <a:defRPr sz="4800" b="1">
                <a:solidFill>
                  <a:srgbClr val="E47D24"/>
                </a:solidFill>
              </a:defRPr>
            </a:lvl6pPr>
            <a:lvl7pPr algn="ctr">
              <a:defRPr sz="4800" b="1">
                <a:solidFill>
                  <a:srgbClr val="E47D24"/>
                </a:solidFill>
              </a:defRPr>
            </a:lvl7pPr>
            <a:lvl8pPr algn="ctr">
              <a:defRPr sz="4800" b="1">
                <a:solidFill>
                  <a:srgbClr val="E47D24"/>
                </a:solidFill>
              </a:defRPr>
            </a:lvl8pPr>
            <a:lvl9pPr algn="ctr">
              <a:defRPr sz="4800" b="1">
                <a:solidFill>
                  <a:srgbClr val="E47D24"/>
                </a:solidFill>
              </a:defRPr>
            </a:lvl9pPr>
          </a:lstStyle>
          <a:p xmlns:a="http://schemas.openxmlformats.org/drawingml/2006/main">
            <a:pPr algn="ctr">
              <a:defRPr sz="4800" b="1">
                <a:solidFill>
                  <a:srgbClr val="E47D24"/>
                </a:solidFill>
              </a:defRPr>
            </a:pPr>
            <a:r>
              <a:rPr sz="4800" b="1">
                <a:solidFill>
                  <a:srgbClr val="E47D24"/>
                </a:solidFill>
              </a:rPr>
              <a:t>2,89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678190-DF3F-4A2F-9771-31F8C7E7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490537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1">
                <a:solidFill>
                  <a:srgbClr val="E47D24"/>
                </a:solidFill>
              </a:defRPr>
            </a:defPPr>
            <a:lvl1pPr algn="ctr">
              <a:defRPr sz="3150" b="1">
                <a:solidFill>
                  <a:srgbClr val="E47D24"/>
                </a:solidFill>
              </a:defRPr>
            </a:lvl1pPr>
            <a:lvl2pPr algn="ctr">
              <a:defRPr sz="3150" b="1">
                <a:solidFill>
                  <a:srgbClr val="E47D24"/>
                </a:solidFill>
              </a:defRPr>
            </a:lvl2pPr>
            <a:lvl3pPr algn="ctr">
              <a:defRPr sz="3150" b="1">
                <a:solidFill>
                  <a:srgbClr val="E47D24"/>
                </a:solidFill>
              </a:defRPr>
            </a:lvl3pPr>
            <a:lvl4pPr algn="ctr">
              <a:defRPr sz="3150" b="1">
                <a:solidFill>
                  <a:srgbClr val="E47D24"/>
                </a:solidFill>
              </a:defRPr>
            </a:lvl4pPr>
            <a:lvl5pPr algn="ctr">
              <a:defRPr sz="3150" b="1">
                <a:solidFill>
                  <a:srgbClr val="E47D24"/>
                </a:solidFill>
              </a:defRPr>
            </a:lvl5pPr>
            <a:lvl6pPr algn="ctr">
              <a:defRPr sz="3150" b="1">
                <a:solidFill>
                  <a:srgbClr val="E47D24"/>
                </a:solidFill>
              </a:defRPr>
            </a:lvl6pPr>
            <a:lvl7pPr algn="ctr">
              <a:defRPr sz="3150" b="1">
                <a:solidFill>
                  <a:srgbClr val="E47D24"/>
                </a:solidFill>
              </a:defRPr>
            </a:lvl7pPr>
            <a:lvl8pPr algn="ctr">
              <a:defRPr sz="3150" b="1">
                <a:solidFill>
                  <a:srgbClr val="E47D24"/>
                </a:solidFill>
              </a:defRPr>
            </a:lvl8pPr>
            <a:lvl9pPr algn="ctr">
              <a:defRPr sz="3150" b="1">
                <a:solidFill>
                  <a:srgbClr val="E47D24"/>
                </a:solidFill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E47D24"/>
                </a:solidFill>
              </a:defRPr>
            </a:pPr>
            <a:r>
              <a:rPr sz="3150" b="1">
                <a:solidFill>
                  <a:srgbClr val="E47D24"/>
                </a:solidFill>
              </a:rPr>
              <a:t>Tỷ VND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FC3F2B-345B-48D1-AAAD-F9247ECD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5619750"/>
            <a:ext cx="3733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000" b="1">
                <a:solidFill>
                  <a:srgbClr val="258B50"/>
                </a:solidFill>
              </a:defRPr>
            </a:defPPr>
            <a:lvl1pPr algn="ctr">
              <a:defRPr sz="3000" b="1">
                <a:solidFill>
                  <a:srgbClr val="258B50"/>
                </a:solidFill>
              </a:defRPr>
            </a:lvl1pPr>
            <a:lvl2pPr algn="ctr">
              <a:defRPr sz="3000" b="1">
                <a:solidFill>
                  <a:srgbClr val="258B50"/>
                </a:solidFill>
              </a:defRPr>
            </a:lvl2pPr>
            <a:lvl3pPr algn="ctr">
              <a:defRPr sz="3000" b="1">
                <a:solidFill>
                  <a:srgbClr val="258B50"/>
                </a:solidFill>
              </a:defRPr>
            </a:lvl3pPr>
            <a:lvl4pPr algn="ctr">
              <a:defRPr sz="3000" b="1">
                <a:solidFill>
                  <a:srgbClr val="258B50"/>
                </a:solidFill>
              </a:defRPr>
            </a:lvl4pPr>
            <a:lvl5pPr algn="ctr">
              <a:defRPr sz="3000" b="1">
                <a:solidFill>
                  <a:srgbClr val="258B50"/>
                </a:solidFill>
              </a:defRPr>
            </a:lvl5pPr>
            <a:lvl6pPr algn="ctr">
              <a:defRPr sz="3000" b="1">
                <a:solidFill>
                  <a:srgbClr val="258B50"/>
                </a:solidFill>
              </a:defRPr>
            </a:lvl6pPr>
            <a:lvl7pPr algn="ctr">
              <a:defRPr sz="3000" b="1">
                <a:solidFill>
                  <a:srgbClr val="258B50"/>
                </a:solidFill>
              </a:defRPr>
            </a:lvl7pPr>
            <a:lvl8pPr algn="ctr">
              <a:defRPr sz="3000" b="1">
                <a:solidFill>
                  <a:srgbClr val="258B50"/>
                </a:solidFill>
              </a:defRPr>
            </a:lvl8pPr>
            <a:lvl9pPr algn="ctr">
              <a:defRPr sz="3000" b="1">
                <a:solidFill>
                  <a:srgbClr val="258B50"/>
                </a:solidFill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258B50"/>
                </a:solidFill>
              </a:defRPr>
            </a:pPr>
            <a:r>
              <a:rPr sz="3000" b="1">
                <a:solidFill>
                  <a:srgbClr val="258B50"/>
                </a:solidFill>
              </a:rPr>
              <a:t>▲ +31,2%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894ABF-F8C8-4616-A4D0-07AB61BA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6286500"/>
            <a:ext cx="3733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000" b="0">
                <a:solidFill>
                  <a:srgbClr val="263238"/>
                </a:solidFill>
              </a:defRPr>
            </a:defPPr>
            <a:lvl1pPr algn="ctr">
              <a:defRPr sz="3000" b="0">
                <a:solidFill>
                  <a:srgbClr val="263238"/>
                </a:solidFill>
              </a:defRPr>
            </a:lvl1pPr>
            <a:lvl2pPr algn="ctr">
              <a:defRPr sz="3000" b="0">
                <a:solidFill>
                  <a:srgbClr val="263238"/>
                </a:solidFill>
              </a:defRPr>
            </a:lvl2pPr>
            <a:lvl3pPr algn="ctr">
              <a:defRPr sz="3000" b="0">
                <a:solidFill>
                  <a:srgbClr val="263238"/>
                </a:solidFill>
              </a:defRPr>
            </a:lvl3pPr>
            <a:lvl4pPr algn="ctr">
              <a:defRPr sz="3000" b="0">
                <a:solidFill>
                  <a:srgbClr val="263238"/>
                </a:solidFill>
              </a:defRPr>
            </a:lvl4pPr>
            <a:lvl5pPr algn="ctr">
              <a:defRPr sz="3000" b="0">
                <a:solidFill>
                  <a:srgbClr val="263238"/>
                </a:solidFill>
              </a:defRPr>
            </a:lvl5pPr>
            <a:lvl6pPr algn="ctr">
              <a:defRPr sz="3000" b="0">
                <a:solidFill>
                  <a:srgbClr val="263238"/>
                </a:solidFill>
              </a:defRPr>
            </a:lvl6pPr>
            <a:lvl7pPr algn="ctr">
              <a:defRPr sz="3000" b="0">
                <a:solidFill>
                  <a:srgbClr val="263238"/>
                </a:solidFill>
              </a:defRPr>
            </a:lvl7pPr>
            <a:lvl8pPr algn="ctr">
              <a:defRPr sz="3000" b="0">
                <a:solidFill>
                  <a:srgbClr val="263238"/>
                </a:solidFill>
              </a:defRPr>
            </a:lvl8pPr>
            <a:lvl9pPr algn="ctr">
              <a:defRPr sz="3000" b="0">
                <a:solidFill>
                  <a:srgbClr val="263238"/>
                </a:solidFill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263238"/>
                </a:solidFill>
              </a:defRPr>
            </a:pPr>
            <a:r>
              <a:rPr sz="3000" b="0">
                <a:solidFill>
                  <a:srgbClr val="263238"/>
                </a:solidFill>
              </a:rPr>
              <a:t>so với T4/2024</a:t>
            </a:r>
          </a:p>
        </p:txBody>
      </p:sp>
    </p:spTree>
    <p:extLst>
      <p:ext uri="{BB962C8B-B14F-4D97-AF65-F5344CB8AC3E}">
        <p14:creationId xmlns:p14="http://schemas.microsoft.com/office/powerpoint/2010/main" val="1332602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17AD3-86D9-4AF8-AF58-C0667C24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3812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73A70"/>
                </a:solidFill>
              </a:defRPr>
            </a:defPPr>
            <a:lvl1pPr algn="l">
              <a:defRPr sz="3000" b="1">
                <a:solidFill>
                  <a:srgbClr val="173A70"/>
                </a:solidFill>
              </a:defRPr>
            </a:lvl1pPr>
            <a:lvl2pPr algn="l">
              <a:defRPr sz="3000" b="1">
                <a:solidFill>
                  <a:srgbClr val="173A70"/>
                </a:solidFill>
              </a:defRPr>
            </a:lvl2pPr>
            <a:lvl3pPr algn="l">
              <a:defRPr sz="3000" b="1">
                <a:solidFill>
                  <a:srgbClr val="173A70"/>
                </a:solidFill>
              </a:defRPr>
            </a:lvl3pPr>
            <a:lvl4pPr algn="l">
              <a:defRPr sz="3000" b="1">
                <a:solidFill>
                  <a:srgbClr val="173A70"/>
                </a:solidFill>
              </a:defRPr>
            </a:lvl4pPr>
            <a:lvl5pPr algn="l">
              <a:defRPr sz="3000" b="1">
                <a:solidFill>
                  <a:srgbClr val="173A70"/>
                </a:solidFill>
              </a:defRPr>
            </a:lvl5pPr>
            <a:lvl6pPr algn="l">
              <a:defRPr sz="3000" b="1">
                <a:solidFill>
                  <a:srgbClr val="173A70"/>
                </a:solidFill>
              </a:defRPr>
            </a:lvl6pPr>
            <a:lvl7pPr algn="l">
              <a:defRPr sz="3000" b="1">
                <a:solidFill>
                  <a:srgbClr val="173A70"/>
                </a:solidFill>
              </a:defRPr>
            </a:lvl7pPr>
            <a:lvl8pPr algn="l">
              <a:defRPr sz="3000" b="1">
                <a:solidFill>
                  <a:srgbClr val="173A70"/>
                </a:solidFill>
              </a:defRPr>
            </a:lvl8pPr>
            <a:lvl9pPr algn="l">
              <a:defRPr sz="3000" b="1">
                <a:solidFill>
                  <a:srgbClr val="173A70"/>
                </a:solidFill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73A70"/>
                </a:solidFill>
              </a:defRPr>
            </a:pPr>
            <a:r>
              <a:rPr sz="3000" b="1">
                <a:solidFill>
                  <a:srgbClr val="173A70"/>
                </a:solidFill>
              </a:rPr>
              <a:t>DOANH THU THUẦN (TỶ VND)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EB0EE-3D38-40A3-931B-9EFD6DE6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8125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73A70"/>
                </a:solidFill>
              </a:defRPr>
            </a:defPPr>
            <a:lvl1pPr algn="l">
              <a:defRPr sz="3000" b="1">
                <a:solidFill>
                  <a:srgbClr val="173A70"/>
                </a:solidFill>
              </a:defRPr>
            </a:lvl1pPr>
            <a:lvl2pPr algn="l">
              <a:defRPr sz="3000" b="1">
                <a:solidFill>
                  <a:srgbClr val="173A70"/>
                </a:solidFill>
              </a:defRPr>
            </a:lvl2pPr>
            <a:lvl3pPr algn="l">
              <a:defRPr sz="3000" b="1">
                <a:solidFill>
                  <a:srgbClr val="173A70"/>
                </a:solidFill>
              </a:defRPr>
            </a:lvl3pPr>
            <a:lvl4pPr algn="l">
              <a:defRPr sz="3000" b="1">
                <a:solidFill>
                  <a:srgbClr val="173A70"/>
                </a:solidFill>
              </a:defRPr>
            </a:lvl4pPr>
            <a:lvl5pPr algn="l">
              <a:defRPr sz="3000" b="1">
                <a:solidFill>
                  <a:srgbClr val="173A70"/>
                </a:solidFill>
              </a:defRPr>
            </a:lvl5pPr>
            <a:lvl6pPr algn="l">
              <a:defRPr sz="3000" b="1">
                <a:solidFill>
                  <a:srgbClr val="173A70"/>
                </a:solidFill>
              </a:defRPr>
            </a:lvl6pPr>
            <a:lvl7pPr algn="l">
              <a:defRPr sz="3000" b="1">
                <a:solidFill>
                  <a:srgbClr val="173A70"/>
                </a:solidFill>
              </a:defRPr>
            </a:lvl7pPr>
            <a:lvl8pPr algn="l">
              <a:defRPr sz="3000" b="1">
                <a:solidFill>
                  <a:srgbClr val="173A70"/>
                </a:solidFill>
              </a:defRPr>
            </a:lvl8pPr>
            <a:lvl9pPr algn="l">
              <a:defRPr sz="3000" b="1">
                <a:solidFill>
                  <a:srgbClr val="173A70"/>
                </a:solidFill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73A70"/>
                </a:solidFill>
              </a:defRPr>
            </a:pPr>
            <a:r>
              <a:rPr sz="3000" b="1">
                <a:solidFill>
                  <a:srgbClr val="173A70"/>
                </a:solidFill>
              </a:rPr>
              <a:t>CƠ CẤU CHI PHÍ (T5/2024)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1A2D70D6-769A-488B-9096-202127DF1756}"/>
              </a:ext>
            </a:extLst>
          </p:cNvPr>
          <p:cNvGraphicFramePr/>
          <p:nvPr/>
        </p:nvGraphicFramePr>
        <p:xfrm>
          <a:off xmlns:a="http://schemas.openxmlformats.org/drawingml/2006/main" x="266700" y="1143000"/>
          <a:ext xmlns:a="http://schemas.openxmlformats.org/drawingml/2006/main" cx="7667625" cy="657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3dff94c57c4296"/>
          </a:graphicData>
        </a:graphic>
      </p:graphicFrame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310EA46C-B2DA-4EC7-8191-EA7D551CCAE7}"/>
              </a:ext>
            </a:extLst>
          </p:cNvPr>
          <p:cNvGraphicFramePr/>
          <p:nvPr/>
        </p:nvGraphicFramePr>
        <p:xfrm>
          <a:off xmlns:a="http://schemas.openxmlformats.org/drawingml/2006/main" x="8382000" y="1190625"/>
          <a:ext xmlns:a="http://schemas.openxmlformats.org/drawingml/2006/main" cx="4810125" cy="657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1bc640538a483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85D0F-E77D-4A39-9509-814454C8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771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2CA"/>
          </a:solidFill>
          <a:ln xmlns:a="http://schemas.openxmlformats.org/drawingml/2006/main" w="9525">
            <a:solidFill>
              <a:srgbClr val="2D72C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BF0E8-1095-491D-B45B-3755EB1D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1600200"/>
            <a:ext cx="304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0">
                <a:solidFill>
                  <a:srgbClr val="333333"/>
                </a:solidFill>
              </a:defRPr>
            </a:defPPr>
            <a:lvl1pPr algn="l">
              <a:defRPr sz="3000" b="0">
                <a:solidFill>
                  <a:srgbClr val="333333"/>
                </a:solidFill>
              </a:defRPr>
            </a:lvl1pPr>
            <a:lvl2pPr algn="l">
              <a:defRPr sz="3000" b="0">
                <a:solidFill>
                  <a:srgbClr val="333333"/>
                </a:solidFill>
              </a:defRPr>
            </a:lvl2pPr>
            <a:lvl3pPr algn="l">
              <a:defRPr sz="3000" b="0">
                <a:solidFill>
                  <a:srgbClr val="333333"/>
                </a:solidFill>
              </a:defRPr>
            </a:lvl3pPr>
            <a:lvl4pPr algn="l">
              <a:defRPr sz="3000" b="0">
                <a:solidFill>
                  <a:srgbClr val="333333"/>
                </a:solidFill>
              </a:defRPr>
            </a:lvl4pPr>
            <a:lvl5pPr algn="l">
              <a:defRPr sz="3000" b="0">
                <a:solidFill>
                  <a:srgbClr val="333333"/>
                </a:solidFill>
              </a:defRPr>
            </a:lvl5pPr>
            <a:lvl6pPr algn="l">
              <a:defRPr sz="3000" b="0">
                <a:solidFill>
                  <a:srgbClr val="333333"/>
                </a:solidFill>
              </a:defRPr>
            </a:lvl6pPr>
            <a:lvl7pPr algn="l">
              <a:defRPr sz="3000" b="0">
                <a:solidFill>
                  <a:srgbClr val="333333"/>
                </a:solidFill>
              </a:defRPr>
            </a:lvl7pPr>
            <a:lvl8pPr algn="l">
              <a:defRPr sz="3000" b="0">
                <a:solidFill>
                  <a:srgbClr val="333333"/>
                </a:solidFill>
              </a:defRPr>
            </a:lvl8pPr>
            <a:lvl9pPr algn="l">
              <a:defRPr sz="3000" b="0">
                <a:solidFill>
                  <a:srgbClr val="333333"/>
                </a:solidFill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333333"/>
                </a:solidFill>
              </a:defRPr>
            </a:pPr>
            <a:r>
              <a:rPr sz="3000" b="0">
                <a:solidFill>
                  <a:srgbClr val="333333"/>
                </a:solidFill>
              </a:rPr>
              <a:t>Phí đối tác &amp; ngân hàng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DA7ED-6847-4EC7-874E-97943F1C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2004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4D"/>
          </a:solidFill>
          <a:ln xmlns:a="http://schemas.openxmlformats.org/drawingml/2006/main" w="9525">
            <a:solidFill>
              <a:srgbClr val="63A7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E8B49-22FA-4ACE-BCB3-AB0946D0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3028950"/>
            <a:ext cx="304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0">
                <a:solidFill>
                  <a:srgbClr val="333333"/>
                </a:solidFill>
              </a:defRPr>
            </a:defPPr>
            <a:lvl1pPr algn="l">
              <a:defRPr sz="3000" b="0">
                <a:solidFill>
                  <a:srgbClr val="333333"/>
                </a:solidFill>
              </a:defRPr>
            </a:lvl1pPr>
            <a:lvl2pPr algn="l">
              <a:defRPr sz="3000" b="0">
                <a:solidFill>
                  <a:srgbClr val="333333"/>
                </a:solidFill>
              </a:defRPr>
            </a:lvl2pPr>
            <a:lvl3pPr algn="l">
              <a:defRPr sz="3000" b="0">
                <a:solidFill>
                  <a:srgbClr val="333333"/>
                </a:solidFill>
              </a:defRPr>
            </a:lvl3pPr>
            <a:lvl4pPr algn="l">
              <a:defRPr sz="3000" b="0">
                <a:solidFill>
                  <a:srgbClr val="333333"/>
                </a:solidFill>
              </a:defRPr>
            </a:lvl4pPr>
            <a:lvl5pPr algn="l">
              <a:defRPr sz="3000" b="0">
                <a:solidFill>
                  <a:srgbClr val="333333"/>
                </a:solidFill>
              </a:defRPr>
            </a:lvl5pPr>
            <a:lvl6pPr algn="l">
              <a:defRPr sz="3000" b="0">
                <a:solidFill>
                  <a:srgbClr val="333333"/>
                </a:solidFill>
              </a:defRPr>
            </a:lvl6pPr>
            <a:lvl7pPr algn="l">
              <a:defRPr sz="3000" b="0">
                <a:solidFill>
                  <a:srgbClr val="333333"/>
                </a:solidFill>
              </a:defRPr>
            </a:lvl7pPr>
            <a:lvl8pPr algn="l">
              <a:defRPr sz="3000" b="0">
                <a:solidFill>
                  <a:srgbClr val="333333"/>
                </a:solidFill>
              </a:defRPr>
            </a:lvl8pPr>
            <a:lvl9pPr algn="l">
              <a:defRPr sz="3000" b="0">
                <a:solidFill>
                  <a:srgbClr val="333333"/>
                </a:solidFill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333333"/>
                </a:solidFill>
              </a:defRPr>
            </a:pPr>
            <a:r>
              <a:rPr sz="3000" b="0">
                <a:solidFill>
                  <a:srgbClr val="333333"/>
                </a:solidFill>
              </a:rPr>
              <a:t>Chi phí vận hành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F6FA7C-ED85-4242-9EB8-9C79F105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4629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59B8"/>
          </a:solidFill>
          <a:ln xmlns:a="http://schemas.openxmlformats.org/drawingml/2006/main" w="9525">
            <a:solidFill>
              <a:srgbClr val="8759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9E63C2-3FB4-41E2-846D-8A60D751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4457700"/>
            <a:ext cx="304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0">
                <a:solidFill>
                  <a:srgbClr val="333333"/>
                </a:solidFill>
              </a:defRPr>
            </a:defPPr>
            <a:lvl1pPr algn="l">
              <a:defRPr sz="3000" b="0">
                <a:solidFill>
                  <a:srgbClr val="333333"/>
                </a:solidFill>
              </a:defRPr>
            </a:lvl1pPr>
            <a:lvl2pPr algn="l">
              <a:defRPr sz="3000" b="0">
                <a:solidFill>
                  <a:srgbClr val="333333"/>
                </a:solidFill>
              </a:defRPr>
            </a:lvl2pPr>
            <a:lvl3pPr algn="l">
              <a:defRPr sz="3000" b="0">
                <a:solidFill>
                  <a:srgbClr val="333333"/>
                </a:solidFill>
              </a:defRPr>
            </a:lvl3pPr>
            <a:lvl4pPr algn="l">
              <a:defRPr sz="3000" b="0">
                <a:solidFill>
                  <a:srgbClr val="333333"/>
                </a:solidFill>
              </a:defRPr>
            </a:lvl4pPr>
            <a:lvl5pPr algn="l">
              <a:defRPr sz="3000" b="0">
                <a:solidFill>
                  <a:srgbClr val="333333"/>
                </a:solidFill>
              </a:defRPr>
            </a:lvl5pPr>
            <a:lvl6pPr algn="l">
              <a:defRPr sz="3000" b="0">
                <a:solidFill>
                  <a:srgbClr val="333333"/>
                </a:solidFill>
              </a:defRPr>
            </a:lvl6pPr>
            <a:lvl7pPr algn="l">
              <a:defRPr sz="3000" b="0">
                <a:solidFill>
                  <a:srgbClr val="333333"/>
                </a:solidFill>
              </a:defRPr>
            </a:lvl7pPr>
            <a:lvl8pPr algn="l">
              <a:defRPr sz="3000" b="0">
                <a:solidFill>
                  <a:srgbClr val="333333"/>
                </a:solidFill>
              </a:defRPr>
            </a:lvl8pPr>
            <a:lvl9pPr algn="l">
              <a:defRPr sz="3000" b="0">
                <a:solidFill>
                  <a:srgbClr val="333333"/>
                </a:solidFill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333333"/>
                </a:solidFill>
              </a:defRPr>
            </a:pPr>
            <a:r>
              <a:rPr sz="3000" b="0">
                <a:solidFill>
                  <a:srgbClr val="333333"/>
                </a:solidFill>
              </a:rPr>
              <a:t>Chi phí marketing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50AB8A-F0C1-451D-86E2-05EBFCC3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057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D20"/>
          </a:solidFill>
          <a:ln xmlns:a="http://schemas.openxmlformats.org/drawingml/2006/main" w="9525">
            <a:solidFill>
              <a:srgbClr val="F2AD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5E815-A26C-4E9C-B542-0CB25775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5886450"/>
            <a:ext cx="304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0">
                <a:solidFill>
                  <a:srgbClr val="333333"/>
                </a:solidFill>
              </a:defRPr>
            </a:defPPr>
            <a:lvl1pPr algn="l">
              <a:defRPr sz="3000" b="0">
                <a:solidFill>
                  <a:srgbClr val="333333"/>
                </a:solidFill>
              </a:defRPr>
            </a:lvl1pPr>
            <a:lvl2pPr algn="l">
              <a:defRPr sz="3000" b="0">
                <a:solidFill>
                  <a:srgbClr val="333333"/>
                </a:solidFill>
              </a:defRPr>
            </a:lvl2pPr>
            <a:lvl3pPr algn="l">
              <a:defRPr sz="3000" b="0">
                <a:solidFill>
                  <a:srgbClr val="333333"/>
                </a:solidFill>
              </a:defRPr>
            </a:lvl3pPr>
            <a:lvl4pPr algn="l">
              <a:defRPr sz="3000" b="0">
                <a:solidFill>
                  <a:srgbClr val="333333"/>
                </a:solidFill>
              </a:defRPr>
            </a:lvl4pPr>
            <a:lvl5pPr algn="l">
              <a:defRPr sz="3000" b="0">
                <a:solidFill>
                  <a:srgbClr val="333333"/>
                </a:solidFill>
              </a:defRPr>
            </a:lvl5pPr>
            <a:lvl6pPr algn="l">
              <a:defRPr sz="3000" b="0">
                <a:solidFill>
                  <a:srgbClr val="333333"/>
                </a:solidFill>
              </a:defRPr>
            </a:lvl6pPr>
            <a:lvl7pPr algn="l">
              <a:defRPr sz="3000" b="0">
                <a:solidFill>
                  <a:srgbClr val="333333"/>
                </a:solidFill>
              </a:defRPr>
            </a:lvl7pPr>
            <a:lvl8pPr algn="l">
              <a:defRPr sz="3000" b="0">
                <a:solidFill>
                  <a:srgbClr val="333333"/>
                </a:solidFill>
              </a:defRPr>
            </a:lvl8pPr>
            <a:lvl9pPr algn="l">
              <a:defRPr sz="3000" b="0">
                <a:solidFill>
                  <a:srgbClr val="333333"/>
                </a:solidFill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333333"/>
                </a:solidFill>
              </a:defRPr>
            </a:pPr>
            <a:r>
              <a:rPr sz="3000" b="0">
                <a:solidFill>
                  <a:srgbClr val="333333"/>
                </a:solidFill>
              </a:rPr>
              <a:t>Khác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6B0AA-16AF-4396-ACC8-729865C6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143875"/>
            <a:ext cx="16725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3E89"/>
          </a:solidFill>
          <a:ln xmlns:a="http://schemas.openxmlformats.org/drawingml/2006/main" w="9525">
            <a:solidFill>
              <a:srgbClr val="073E8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69B89-6536-4B29-B884-C56B266D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8201025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750" b="1">
                <a:solidFill>
                  <a:srgbClr val="FFFFFF"/>
                </a:solidFill>
              </a:defRPr>
            </a:defPPr>
            <a:lvl1pPr algn="ctr">
              <a:defRPr sz="3750" b="1">
                <a:solidFill>
                  <a:srgbClr val="FFFFFF"/>
                </a:solidFill>
              </a:defRPr>
            </a:lvl1pPr>
            <a:lvl2pPr algn="ctr">
              <a:defRPr sz="3750" b="1">
                <a:solidFill>
                  <a:srgbClr val="FFFFFF"/>
                </a:solidFill>
              </a:defRPr>
            </a:lvl2pPr>
            <a:lvl3pPr algn="ctr">
              <a:defRPr sz="3750" b="1">
                <a:solidFill>
                  <a:srgbClr val="FFFFFF"/>
                </a:solidFill>
              </a:defRPr>
            </a:lvl3pPr>
            <a:lvl4pPr algn="ctr">
              <a:defRPr sz="3750" b="1">
                <a:solidFill>
                  <a:srgbClr val="FFFFFF"/>
                </a:solidFill>
              </a:defRPr>
            </a:lvl4pPr>
            <a:lvl5pPr algn="ctr">
              <a:defRPr sz="3750" b="1">
                <a:solidFill>
                  <a:srgbClr val="FFFFFF"/>
                </a:solidFill>
              </a:defRPr>
            </a:lvl5pPr>
            <a:lvl6pPr algn="ctr">
              <a:defRPr sz="3750" b="1">
                <a:solidFill>
                  <a:srgbClr val="FFFFFF"/>
                </a:solidFill>
              </a:defRPr>
            </a:lvl6pPr>
            <a:lvl7pPr algn="ctr">
              <a:defRPr sz="3750" b="1">
                <a:solidFill>
                  <a:srgbClr val="FFFFFF"/>
                </a:solidFill>
              </a:defRPr>
            </a:lvl7pPr>
            <a:lvl8pPr algn="ctr">
              <a:defRPr sz="3750" b="1">
                <a:solidFill>
                  <a:srgbClr val="FFFFFF"/>
                </a:solidFill>
              </a:defRPr>
            </a:lvl8pPr>
            <a:lvl9pPr algn="ctr">
              <a:defRPr sz="37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8467BA-E561-4A6C-A15C-99952728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91500"/>
            <a:ext cx="1533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</a:defRPr>
            </a:defPPr>
            <a:lvl1pPr algn="l">
              <a:defRPr sz="3000" b="1">
                <a:solidFill>
                  <a:srgbClr val="FFFFFF"/>
                </a:solidFill>
              </a:defRPr>
            </a:lvl1pPr>
            <a:lvl2pPr algn="l">
              <a:defRPr sz="3000" b="1">
                <a:solidFill>
                  <a:srgbClr val="FFFFFF"/>
                </a:solidFill>
              </a:defRPr>
            </a:lvl2pPr>
            <a:lvl3pPr algn="l">
              <a:defRPr sz="3000" b="1">
                <a:solidFill>
                  <a:srgbClr val="FFFFFF"/>
                </a:solidFill>
              </a:defRPr>
            </a:lvl3pPr>
            <a:lvl4pPr algn="l">
              <a:defRPr sz="3000" b="1">
                <a:solidFill>
                  <a:srgbClr val="FFFFFF"/>
                </a:solidFill>
              </a:defRPr>
            </a:lvl4pPr>
            <a:lvl5pPr algn="l">
              <a:defRPr sz="3000" b="1">
                <a:solidFill>
                  <a:srgbClr val="FFFFFF"/>
                </a:solidFill>
              </a:defRPr>
            </a:lvl5pPr>
            <a:lvl6pPr algn="l">
              <a:defRPr sz="3000" b="1">
                <a:solidFill>
                  <a:srgbClr val="FFFFFF"/>
                </a:solidFill>
              </a:defRPr>
            </a:lvl6pPr>
            <a:lvl7pPr algn="l">
              <a:defRPr sz="3000" b="1">
                <a:solidFill>
                  <a:srgbClr val="FFFFFF"/>
                </a:solidFill>
              </a:defRPr>
            </a:lvl7pPr>
            <a:lvl8pPr algn="l">
              <a:defRPr sz="3000" b="1">
                <a:solidFill>
                  <a:srgbClr val="FFFFFF"/>
                </a:solidFill>
              </a:defRPr>
            </a:lvl8pPr>
            <a:lvl9pPr algn="l">
              <a:defRPr sz="30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Tăng trưởng doanh thu mạnh – Tối ưu chi phí – Lợi nhuận bứt phá</a:t>
            </a:r>
          </a:p>
        </p:txBody>
      </p:sp>
    </p:spTree>
    <p:extLst>
      <p:ext uri="{BB962C8B-B14F-4D97-AF65-F5344CB8AC3E}">
        <p14:creationId xmlns:p14="http://schemas.microsoft.com/office/powerpoint/2010/main" val="19903166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2026-10-26T09:01:58.0200000Z</dcterms:created>
  <dcterms:modified xsi:type="dcterms:W3CDTF">2026-10-26T09:01:58.0200000Z</dcterms:modified>
</coreProperties>
</file>