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 bệnh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C9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9AA5B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3CAD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E1E5E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Sốt xuất huyết</c:v>
                </c:pt>
                <c:pt idx="1">
                  <c:v>Cúm</c:v>
                </c:pt>
                <c:pt idx="2">
                  <c:v>Tay chân miệng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Sốt xuất huyết chiếm 42% số ca bệnh, cao nhất trong các nhóm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737360"/>
          <a:ext cx="4572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194560" y="3429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Sốt xuất huyết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0" y="2724912"/>
            <a:ext cx="256032" cy="256032"/>
          </a:xfrm>
          <a:prstGeom prst="ellipse">
            <a:avLst/>
          </a:prstGeom>
          <a:solidFill>
            <a:srgbClr val="0E8C9A"/>
          </a:solidFill>
          <a:ln w="12700">
            <a:solidFill>
              <a:srgbClr val="0E8C9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Sốt xuất huyết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241280" y="2651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858000" y="3502152"/>
            <a:ext cx="256032" cy="256032"/>
          </a:xfrm>
          <a:prstGeom prst="ellipse">
            <a:avLst/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Cúm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3429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858000" y="4279392"/>
            <a:ext cx="256032" cy="256032"/>
          </a:xfrm>
          <a:prstGeom prst="ellipse">
            <a:avLst/>
          </a:prstGeom>
          <a:solidFill>
            <a:srgbClr val="C3CAD3"/>
          </a:solidFill>
          <a:ln w="12700">
            <a:solidFill>
              <a:srgbClr val="C3CA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 chân miệng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0241280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858000" y="5056632"/>
            <a:ext cx="256032" cy="256032"/>
          </a:xfrm>
          <a:prstGeom prst="ellipse">
            <a:avLst/>
          </a:prstGeom>
          <a:solidFill>
            <a:srgbClr val="E1E5EA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0" y="4983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Số liệu dịch bệnh</dc:title>
  <dc:subject>PptxGenJS Presentation</dc:subject>
  <dc:creator>PptxGenJS</dc:creator>
  <cp:lastModifiedBy>PptxGenJS</cp:lastModifiedBy>
  <cp:revision>1</cp:revision>
  <dcterms:created xsi:type="dcterms:W3CDTF">2026-10-26T10:01:44Z</dcterms:created>
  <dcterms:modified xsi:type="dcterms:W3CDTF">2026-10-26T10:01:44Z</dcterms:modified>
</cp:coreProperties>
</file>